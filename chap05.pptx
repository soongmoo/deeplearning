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9"/>
  </p:notesMasterIdLst>
  <p:handoutMasterIdLst>
    <p:handoutMasterId r:id="rId10"/>
  </p:handoutMasterIdLst>
  <p:sldIdLst>
    <p:sldId id="267" r:id="rId3"/>
    <p:sldId id="347" r:id="rId4"/>
    <p:sldId id="346" r:id="rId5"/>
    <p:sldId id="345" r:id="rId6"/>
    <p:sldId id="300" r:id="rId7"/>
    <p:sldId id="302" r:id="rId8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5B8"/>
    <a:srgbClr val="37C9CD"/>
    <a:srgbClr val="59D2D5"/>
    <a:srgbClr val="E06361"/>
    <a:srgbClr val="75B77D"/>
    <a:srgbClr val="A3CFA8"/>
    <a:srgbClr val="8D9DD8"/>
    <a:srgbClr val="FEF7DB"/>
    <a:srgbClr val="FEDBF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940" autoAdjust="0"/>
  </p:normalViewPr>
  <p:slideViewPr>
    <p:cSldViewPr showGuides="1">
      <p:cViewPr varScale="1">
        <p:scale>
          <a:sx n="84" d="100"/>
          <a:sy n="84" d="100"/>
        </p:scale>
        <p:origin x="2388" y="51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최적의 기울기를 찾는다는 것은 오차가 제일 적은 기울기를 찾는다는 것인데 기울기가 너무 작아도 너무 커도 오차는 커진다는 것을 그래프를 보면 알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그러므로 최적의 기울기를 찾는다는 것은 </a:t>
            </a:r>
            <a:r>
              <a:rPr lang="en-US" altLang="ko-KR" dirty="0"/>
              <a:t>2</a:t>
            </a:r>
            <a:r>
              <a:rPr lang="ko-KR" altLang="en-US" dirty="0"/>
              <a:t>차함수를 사용해야 한다는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063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이차함수가 있을 때 </a:t>
            </a:r>
            <a:r>
              <a:rPr lang="en-US" altLang="ko-KR" dirty="0"/>
              <a:t>a</a:t>
            </a:r>
            <a:r>
              <a:rPr lang="ko-KR" altLang="en-US" dirty="0"/>
              <a:t>값이 </a:t>
            </a:r>
            <a:r>
              <a:rPr lang="en-US" altLang="ko-KR" dirty="0"/>
              <a:t>m</a:t>
            </a:r>
            <a:r>
              <a:rPr lang="ko-KR" altLang="en-US" dirty="0"/>
              <a:t>에 오도록 계속해서 수정을 해야 한다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  <a:r>
              <a:rPr lang="en-US" altLang="ko-KR" dirty="0"/>
              <a:t>m</a:t>
            </a:r>
            <a:r>
              <a:rPr lang="ko-KR" altLang="en-US" dirty="0"/>
              <a:t>에 올 때가지 계속 수정하는 것을 오차 수정이라고 하고 </a:t>
            </a:r>
            <a:r>
              <a:rPr lang="en-US" altLang="ko-KR" dirty="0"/>
              <a:t>m</a:t>
            </a:r>
            <a:r>
              <a:rPr lang="ko-KR" altLang="en-US" dirty="0"/>
              <a:t>값에 다다르면 수정을 멈춰야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그러기 위해서는 </a:t>
            </a:r>
            <a:r>
              <a:rPr lang="en-US" altLang="ko-KR" dirty="0"/>
              <a:t>a</a:t>
            </a:r>
            <a:r>
              <a:rPr lang="ko-KR" altLang="en-US" dirty="0"/>
              <a:t>지점에서의 기울기를 알 수 있으면 되고</a:t>
            </a:r>
            <a:r>
              <a:rPr lang="en-US" altLang="ko-KR" dirty="0"/>
              <a:t>. </a:t>
            </a:r>
            <a:r>
              <a:rPr lang="ko-KR" altLang="en-US" dirty="0"/>
              <a:t>기울기를 값을 </a:t>
            </a:r>
            <a:r>
              <a:rPr lang="en-US" altLang="ko-KR" dirty="0"/>
              <a:t>+</a:t>
            </a:r>
            <a:r>
              <a:rPr lang="ko-KR" altLang="en-US" dirty="0"/>
              <a:t>에 주었다가 다시 </a:t>
            </a:r>
            <a:r>
              <a:rPr lang="en-US" altLang="ko-KR" dirty="0"/>
              <a:t>–</a:t>
            </a:r>
            <a:r>
              <a:rPr lang="ko-KR" altLang="en-US" dirty="0"/>
              <a:t>로 </a:t>
            </a:r>
            <a:r>
              <a:rPr lang="ko-KR" altLang="en-US" dirty="0" err="1"/>
              <a:t>주었다를</a:t>
            </a:r>
            <a:r>
              <a:rPr lang="ko-KR" altLang="en-US" dirty="0"/>
              <a:t> 반복해가면서  </a:t>
            </a:r>
            <a:r>
              <a:rPr lang="en-US" altLang="ko-KR" dirty="0"/>
              <a:t>a</a:t>
            </a:r>
            <a:r>
              <a:rPr lang="ko-KR" altLang="en-US" dirty="0"/>
              <a:t>값을</a:t>
            </a:r>
            <a:r>
              <a:rPr lang="en-US" altLang="ko-KR" dirty="0"/>
              <a:t>  </a:t>
            </a:r>
            <a:r>
              <a:rPr lang="ko-KR" altLang="en-US" dirty="0"/>
              <a:t>바꿔주는 것을 </a:t>
            </a:r>
            <a:r>
              <a:rPr lang="ko-KR" altLang="en-US" dirty="0" err="1"/>
              <a:t>경사하강법이라고</a:t>
            </a:r>
            <a:r>
              <a:rPr lang="ko-KR" altLang="en-US" dirty="0"/>
              <a:t> 하고 </a:t>
            </a:r>
            <a:r>
              <a:rPr lang="en-US" altLang="ko-KR" dirty="0"/>
              <a:t>a</a:t>
            </a:r>
            <a:r>
              <a:rPr lang="ko-KR" altLang="en-US" dirty="0"/>
              <a:t>지점에서의 기울기를 구하는 것을 미분이라고 한다</a:t>
            </a:r>
            <a:r>
              <a:rPr lang="en-US" altLang="ko-KR" dirty="0"/>
              <a:t>.</a:t>
            </a:r>
            <a:r>
              <a:rPr lang="ko-KR" altLang="en-US" dirty="0"/>
              <a:t> 그러므로 </a:t>
            </a:r>
            <a:r>
              <a:rPr lang="en-US" altLang="ko-KR" dirty="0"/>
              <a:t>a</a:t>
            </a:r>
            <a:r>
              <a:rPr lang="ko-KR" altLang="en-US" dirty="0"/>
              <a:t>값의 기울기가 </a:t>
            </a:r>
            <a:r>
              <a:rPr lang="en-US" altLang="ko-KR" dirty="0"/>
              <a:t>0</a:t>
            </a:r>
            <a:r>
              <a:rPr lang="ko-KR" altLang="en-US" dirty="0"/>
              <a:t>이</a:t>
            </a:r>
            <a:r>
              <a:rPr lang="en-US" altLang="ko-KR" dirty="0"/>
              <a:t> </a:t>
            </a:r>
            <a:r>
              <a:rPr lang="ko-KR" altLang="en-US" dirty="0"/>
              <a:t>될</a:t>
            </a:r>
            <a:r>
              <a:rPr lang="en-US" altLang="ko-KR" dirty="0"/>
              <a:t> </a:t>
            </a:r>
            <a:r>
              <a:rPr lang="ko-KR" altLang="en-US" dirty="0"/>
              <a:t>때 즉 미분 값이 </a:t>
            </a:r>
            <a:r>
              <a:rPr lang="en-US" altLang="ko-KR" dirty="0"/>
              <a:t>0</a:t>
            </a:r>
            <a:r>
              <a:rPr lang="ko-KR" altLang="en-US" dirty="0"/>
              <a:t>이 될 때 까지 계속 반복하면 </a:t>
            </a:r>
            <a:r>
              <a:rPr lang="en-US" altLang="ko-KR" dirty="0"/>
              <a:t>m</a:t>
            </a:r>
            <a:r>
              <a:rPr lang="ko-KR" altLang="en-US" dirty="0"/>
              <a:t>값을 알 수 있게 된다</a:t>
            </a:r>
            <a:r>
              <a:rPr lang="en-US" altLang="ko-KR" dirty="0"/>
              <a:t>. </a:t>
            </a:r>
            <a:r>
              <a:rPr lang="ko-KR" altLang="en-US" dirty="0"/>
              <a:t>이때 가중치 값을 멈추면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이때 기울기 값을 적당하게 주면 </a:t>
            </a:r>
            <a:r>
              <a:rPr lang="en-US" altLang="ko-KR" dirty="0"/>
              <a:t>0</a:t>
            </a:r>
            <a:r>
              <a:rPr lang="ko-KR" altLang="en-US" dirty="0"/>
              <a:t>을 향해서 가지만 너무 크면 반대로 올라가게 된다</a:t>
            </a:r>
            <a:r>
              <a:rPr lang="en-US" altLang="ko-KR" dirty="0"/>
              <a:t>. </a:t>
            </a:r>
            <a:r>
              <a:rPr lang="ko-KR" altLang="en-US" dirty="0"/>
              <a:t>이렇게 적당한 값으로 이동하게 하는 것을 </a:t>
            </a:r>
            <a:r>
              <a:rPr lang="ko-KR" altLang="en-US" dirty="0" err="1"/>
              <a:t>학습률이라고</a:t>
            </a:r>
            <a:r>
              <a:rPr lang="ko-KR" altLang="en-US" dirty="0"/>
              <a:t> 한다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987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6/20/2025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6/20/2025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6/20/2025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6/20/2025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둘째마당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>
                <a:solidFill>
                  <a:schemeClr val="tx2"/>
                </a:solidFill>
              </a:rPr>
              <a:t>예측 모델의 기본 원리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경사하강법의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개요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5412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 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선형 회귀 모델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: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먼저 긋고 수정하기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DA4B66C6-D5C9-4D18-99FA-F981D1BFDF41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dirty="0" err="1"/>
              <a:t>경사하강법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최적의 선을 그어주자</a:t>
            </a:r>
            <a:r>
              <a:rPr lang="en-US" altLang="ko-KR" sz="1600" dirty="0"/>
              <a:t>. </a:t>
            </a:r>
            <a:r>
              <a:rPr lang="ko-KR" altLang="en-US" sz="1600" dirty="0" err="1"/>
              <a:t>평균제곱오차를</a:t>
            </a:r>
            <a:r>
              <a:rPr lang="ko-KR" altLang="en-US" sz="1600" dirty="0"/>
              <a:t> 구해주는 방법이 </a:t>
            </a:r>
            <a:r>
              <a:rPr lang="ko-KR" altLang="en-US" sz="1600" dirty="0" err="1"/>
              <a:t>경사하강법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681862-E459-446A-2944-5C4CC6E9F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067" y="2104040"/>
            <a:ext cx="3066287" cy="184342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C80E107-D06D-C748-24FC-3C7AB8094D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08" y="4177891"/>
            <a:ext cx="2975945" cy="171825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BECFA8B-5A81-8BE3-26C2-A972AD6B6E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40" y="3387503"/>
            <a:ext cx="3066287" cy="259732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6B3EA88-B1BF-FC0D-3489-48F6C7902F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288" y="4293105"/>
            <a:ext cx="1728210" cy="130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13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 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선형 회귀 모델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: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먼저 긋고 수정하기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DA4B66C6-D5C9-4D18-99FA-F981D1BFDF41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dirty="0" err="1"/>
              <a:t>경사하강법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EDD866F-C5BD-B18E-53DB-BA6E5FE534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783" y="1873611"/>
            <a:ext cx="2267471" cy="193943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CAF0607-D222-75E9-ED6F-1CA42E16CA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2081846"/>
            <a:ext cx="2315825" cy="17504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E7F16F8-7E3E-B3F3-A5B1-4B5EBB8774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432" y="1931218"/>
            <a:ext cx="2293126" cy="18818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0EEB061-6D4A-43D8-1AEC-151955B8F4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551" y="4213303"/>
            <a:ext cx="2215947" cy="198083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8D90EDB-034E-4873-C8BE-471DF0A3C8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071" y="4177891"/>
            <a:ext cx="2206048" cy="203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49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다중 선형 회귀의 개요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0306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다중 선형 회귀의 개요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다중 선형 회귀의 개요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공부 시간 이외에 일주일 동안 받는 과외 수업 받는 횟수가 있다면 다음과 같다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속성 값이 하나가 더 추가가 된 식을 갖는다</a:t>
            </a: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가중치도 </a:t>
            </a: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a1 , a2</a:t>
            </a:r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인 두개의 가중치를 갖는다</a:t>
            </a: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. </a:t>
            </a:r>
          </a:p>
          <a:p>
            <a:pPr lvl="1"/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그러므로 최적의 선이 아닌 면을 구해야 한다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56BC55B-50E4-417E-ACFE-F816A02E4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2369311"/>
            <a:ext cx="6200775" cy="10858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0DD97A2-43B7-00BA-A067-B4A7261D6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892" y="3789849"/>
            <a:ext cx="1704975" cy="3048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61ABE15-B4C9-B70C-C2FA-2040223DDC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57" y="4869175"/>
            <a:ext cx="2162047" cy="18175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239FE1E-E766-3F42-7F14-4F076F6A3F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074" y="4888875"/>
            <a:ext cx="2300992" cy="177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60775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2385</TotalTime>
  <Words>248</Words>
  <Application>Microsoft Office PowerPoint</Application>
  <PresentationFormat>화면 슬라이드 쇼(4:3)</PresentationFormat>
  <Paragraphs>27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6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  선형 회귀 모델: 먼저 긋고 수정하기</vt:lpstr>
      <vt:lpstr>  선형 회귀 모델: 먼저 긋고 수정하기</vt:lpstr>
      <vt:lpstr>PowerPoint 프레젠테이션</vt:lpstr>
      <vt:lpstr>3 다중 선형 회귀의 개요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user</cp:lastModifiedBy>
  <cp:revision>329</cp:revision>
  <cp:lastPrinted>2016-08-10T06:58:55Z</cp:lastPrinted>
  <dcterms:created xsi:type="dcterms:W3CDTF">2013-04-05T19:58:06Z</dcterms:created>
  <dcterms:modified xsi:type="dcterms:W3CDTF">2025-06-20T07:02:26Z</dcterms:modified>
</cp:coreProperties>
</file>