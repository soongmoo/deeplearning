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48"/>
  </p:notesMasterIdLst>
  <p:handoutMasterIdLst>
    <p:handoutMasterId r:id="rId49"/>
  </p:handoutMasterIdLst>
  <p:sldIdLst>
    <p:sldId id="267" r:id="rId3"/>
    <p:sldId id="270" r:id="rId4"/>
    <p:sldId id="279" r:id="rId5"/>
    <p:sldId id="281" r:id="rId6"/>
    <p:sldId id="272" r:id="rId7"/>
    <p:sldId id="280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5" r:id="rId17"/>
    <p:sldId id="300" r:id="rId18"/>
    <p:sldId id="305" r:id="rId19"/>
    <p:sldId id="306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607" autoAdjust="0"/>
  </p:normalViewPr>
  <p:slideViewPr>
    <p:cSldViewPr showGuides="1">
      <p:cViewPr varScale="1">
        <p:scale>
          <a:sx n="88" d="100"/>
          <a:sy n="88" d="100"/>
        </p:scale>
        <p:origin x="2283" y="63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광물 데이터 셋을 이용해서 보겠다</a:t>
            </a:r>
            <a:r>
              <a:rPr lang="en-US" altLang="ko-KR" dirty="0"/>
              <a:t>.  </a:t>
            </a:r>
          </a:p>
          <a:p>
            <a:r>
              <a:rPr lang="ko-KR" altLang="en-US" dirty="0"/>
              <a:t>광물에 음파를 쐈을 때 이것이 암석인지 광석인지를 알아보는 것이다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60</a:t>
            </a:r>
            <a:r>
              <a:rPr lang="ko-KR" altLang="en-US" dirty="0"/>
              <a:t>개의 속성으로 되어 있고 마지막 항목에 광물인지 </a:t>
            </a:r>
            <a:r>
              <a:rPr lang="ko-KR" altLang="en-US" dirty="0" err="1"/>
              <a:t>아닌지가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로 되어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15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과적합이라는 것은 </a:t>
            </a:r>
            <a:r>
              <a:rPr lang="en-US" altLang="ko-KR" dirty="0"/>
              <a:t>overfit</a:t>
            </a:r>
            <a:r>
              <a:rPr lang="ko-KR" altLang="en-US" dirty="0"/>
              <a:t>라고</a:t>
            </a:r>
            <a:r>
              <a:rPr lang="en-US" altLang="ko-KR" dirty="0"/>
              <a:t> </a:t>
            </a:r>
            <a:r>
              <a:rPr lang="ko-KR" altLang="en-US" dirty="0"/>
              <a:t>하여 광물임에도 광물이 아니라고 판별할 수 있는 것을 말한다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 파란 선 위에 있으면 광물임에도 빨강 선 아래에 있으므로 광물이 아니라고 판별할 수 있게 되는 것을 말한다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주어진 데이터에만 최적화되는 과적화 현상을 막아줘야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 적절한 학습으로 최적의 선을 긋는 것이 중요하다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이때 테스트 셋을 만들어주는데 테스트 셋은 </a:t>
            </a:r>
            <a:r>
              <a:rPr lang="ko-KR" altLang="en-US" dirty="0" err="1"/>
              <a:t>어디까지만</a:t>
            </a:r>
            <a:r>
              <a:rPr lang="ko-KR" altLang="en-US" dirty="0"/>
              <a:t> 학습을 </a:t>
            </a:r>
            <a:r>
              <a:rPr lang="ko-KR" altLang="en-US" dirty="0" err="1"/>
              <a:t>해야하는지를</a:t>
            </a:r>
            <a:r>
              <a:rPr lang="ko-KR" altLang="en-US" dirty="0"/>
              <a:t> 정해주게 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288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주어진 데이터에서 </a:t>
            </a:r>
            <a:r>
              <a:rPr lang="en-US" altLang="ko-KR" dirty="0"/>
              <a:t>100</a:t>
            </a:r>
            <a:r>
              <a:rPr lang="ko-KR" altLang="en-US" dirty="0"/>
              <a:t>개가 있다면 </a:t>
            </a:r>
            <a:r>
              <a:rPr lang="en-US" altLang="ko-KR" dirty="0"/>
              <a:t>70</a:t>
            </a:r>
            <a:r>
              <a:rPr lang="ko-KR" altLang="en-US" dirty="0"/>
              <a:t>개는 학습셋으로 </a:t>
            </a:r>
            <a:r>
              <a:rPr lang="en-US" altLang="ko-KR" dirty="0"/>
              <a:t>30</a:t>
            </a:r>
            <a:r>
              <a:rPr lang="ko-KR" altLang="en-US" dirty="0"/>
              <a:t>개는 테스트셋으로 하게 정해줘야 한다</a:t>
            </a:r>
            <a:r>
              <a:rPr lang="en-US" altLang="ko-KR" dirty="0"/>
              <a:t>. </a:t>
            </a:r>
            <a:r>
              <a:rPr lang="ko-KR" altLang="en-US" dirty="0"/>
              <a:t>비율은 정할 수 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40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주어진 데이터로만 학습을 하게 되면 반복할 수록 에러가 줄어드는 것을 볼 수 있는데 </a:t>
            </a:r>
            <a:endParaRPr lang="en-US" altLang="ko-KR" dirty="0"/>
          </a:p>
          <a:p>
            <a:r>
              <a:rPr lang="ko-KR" altLang="en-US" dirty="0"/>
              <a:t>하지만 </a:t>
            </a:r>
            <a:r>
              <a:rPr lang="ko-KR" altLang="en-US" dirty="0" err="1"/>
              <a:t>데스트</a:t>
            </a:r>
            <a:r>
              <a:rPr lang="ko-KR" altLang="en-US" dirty="0"/>
              <a:t> 셋을 이용하면서 어느 순간 </a:t>
            </a:r>
            <a:r>
              <a:rPr lang="ko-KR" altLang="en-US" dirty="0" err="1"/>
              <a:t>부터는</a:t>
            </a:r>
            <a:r>
              <a:rPr lang="ko-KR" altLang="en-US" dirty="0"/>
              <a:t> 에러가 발생하는 것을 알 수 있다</a:t>
            </a:r>
            <a:r>
              <a:rPr lang="en-US" altLang="ko-KR" dirty="0"/>
              <a:t>. </a:t>
            </a:r>
            <a:r>
              <a:rPr lang="ko-KR" altLang="en-US" dirty="0"/>
              <a:t>이것이 </a:t>
            </a:r>
            <a:r>
              <a:rPr lang="ko-KR" altLang="en-US" dirty="0" err="1"/>
              <a:t>과적합</a:t>
            </a:r>
            <a:r>
              <a:rPr lang="ko-KR" altLang="en-US" dirty="0"/>
              <a:t> </a:t>
            </a:r>
            <a:r>
              <a:rPr lang="ko-KR" altLang="en-US" dirty="0" err="1"/>
              <a:t>발생이된다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과적합이 발생이 되면 학습을 </a:t>
            </a:r>
            <a:r>
              <a:rPr lang="ko-KR" altLang="en-US" dirty="0" err="1"/>
              <a:t>중단해야하는데</a:t>
            </a:r>
            <a:r>
              <a:rPr lang="ko-KR" altLang="en-US" dirty="0"/>
              <a:t> 그것을 해주는 것이 테스트 셋이다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971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X</a:t>
            </a:r>
            <a:r>
              <a:rPr lang="ko-KR" altLang="en-US" dirty="0"/>
              <a:t>는 </a:t>
            </a:r>
            <a:r>
              <a:rPr lang="fr-FR" altLang="ko-KR" dirty="0"/>
              <a:t>X_train</a:t>
            </a:r>
            <a:r>
              <a:rPr lang="fr-FR" altLang="ko-KR" dirty="0">
                <a:solidFill>
                  <a:srgbClr val="0055AA"/>
                </a:solidFill>
                <a:effectLst/>
              </a:rPr>
              <a:t>,</a:t>
            </a:r>
            <a:r>
              <a:rPr lang="fr-FR" altLang="ko-KR" dirty="0"/>
              <a:t> X_test</a:t>
            </a:r>
            <a:r>
              <a:rPr lang="ko-KR" altLang="en-US" dirty="0">
                <a:solidFill>
                  <a:srgbClr val="0055AA"/>
                </a:solidFill>
                <a:effectLst/>
              </a:rPr>
              <a:t>로 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y</a:t>
            </a:r>
            <a:r>
              <a:rPr lang="ko-KR" altLang="en-US" dirty="0">
                <a:solidFill>
                  <a:srgbClr val="0055AA"/>
                </a:solidFill>
                <a:effectLst/>
              </a:rPr>
              <a:t>는 </a:t>
            </a:r>
            <a:r>
              <a:rPr lang="fr-FR" altLang="ko-KR" dirty="0"/>
              <a:t>y_train</a:t>
            </a:r>
            <a:r>
              <a:rPr lang="fr-FR" altLang="ko-KR" dirty="0">
                <a:solidFill>
                  <a:srgbClr val="0055AA"/>
                </a:solidFill>
                <a:effectLst/>
              </a:rPr>
              <a:t>,</a:t>
            </a:r>
            <a:r>
              <a:rPr lang="fr-FR" altLang="ko-KR" dirty="0"/>
              <a:t> y_test</a:t>
            </a:r>
            <a:r>
              <a:rPr lang="ko-KR" altLang="en-US" dirty="0"/>
              <a:t>가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8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학습셋과</a:t>
            </a:r>
            <a:r>
              <a:rPr lang="en-US" altLang="ko-KR" dirty="0"/>
              <a:t> </a:t>
            </a:r>
            <a:r>
              <a:rPr lang="ko-KR" altLang="en-US" dirty="0"/>
              <a:t>테스트 셋만으로도 데이터가 부족할 때 모든 데이터를 활용해서 학습과 테스트셋을 사용할 수 없을까 라고 해서 나온 방법</a:t>
            </a:r>
            <a:endParaRPr lang="en-US" altLang="ko-KR" dirty="0"/>
          </a:p>
          <a:p>
            <a:r>
              <a:rPr lang="ko-KR" altLang="en-US" dirty="0"/>
              <a:t>일부를 학습셋으로 일부를 테스트 셋으로 </a:t>
            </a:r>
            <a:r>
              <a:rPr lang="ko-KR" altLang="en-US" dirty="0" err="1"/>
              <a:t>사용하는것을</a:t>
            </a:r>
            <a:r>
              <a:rPr lang="ko-KR" altLang="en-US" dirty="0"/>
              <a:t> 번갈아 가면서 사용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데이터셋을 다섯 개로 나눈 후 그중 네 개를 학습셋으로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나머지 하나를 테스트셋으로 만들어 다섯 번의 학습을 순차적으로 실시하는 것이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겹 교차 검증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r>
              <a:rPr lang="ko-KR" altLang="en-US" dirty="0"/>
              <a:t>이렇게 나온 값에 평균을 내서 확인 하는 방법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314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사이킷런의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/>
              <a:t>KFold</a:t>
            </a:r>
            <a:r>
              <a:rPr lang="ko-KR" altLang="en-US" dirty="0"/>
              <a:t>함수를 이용해서 만든다</a:t>
            </a:r>
            <a:r>
              <a:rPr lang="en-US" altLang="ko-KR" dirty="0"/>
              <a:t>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546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넷째마당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기본기 다지기 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13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모델 성능 검증하기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740023" y="1181435"/>
            <a:ext cx="5788241" cy="12051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3086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이해하기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5 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모델 성능 검증하기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성능 검증하기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3875D9-1929-40AC-85F2-CA43C05BB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38" y="1873611"/>
            <a:ext cx="62198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2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모델 성능 검증하기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성능 검증하기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1986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제프리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힌튼 교수가 오차 역전파를 발표한 직후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존스 홉킨스의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세즈노프스키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Sejnowski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교수는 오차 역전파가 은닉층의 가중치를 실제로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업데이트시키는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것을 확인하고 싶었음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그는 광석과 일반 암석에 수중 음파 탐지기를 쏜 후 결과를 모아 데이터셋을 준비했고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음파 탐지기의 수신 결과만 보고 광석인지 일반 암석인지를 구분하는 모델을 만들었음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그가 측정한 결과의 정확도는 몇이었을까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장에서는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세즈노프스키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교수가 했던 초음파 광물 예측 실험을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텐서플로로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재현해 보고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구해진 실험 정확도를 평가하는 방법과 성능을 향상시키는 중요한 머신 러닝 기법들에 대해 알아보자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656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AB4287-BA93-A74F-2855-D00D1CC3D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1" y="3788424"/>
            <a:ext cx="7096125" cy="29241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A9C993D-68F3-E906-3314-67B8BEE27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31" y="1470362"/>
            <a:ext cx="7059010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68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광석이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111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일반 암석이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97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샘플이 준비되어 있는 것을 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다음과 같이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1~60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열을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변수에 저장하고 광물의 종류는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저장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54246D-2A03-4FB1-88E9-40B1C8C8D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07288"/>
            <a:ext cx="707707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4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이후 앞서 했던 그대로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실행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F49290-ACAA-46EC-86BC-00BDFDDD1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37" y="2219253"/>
            <a:ext cx="709612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66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729609-D322-41AD-BBEE-3FF9EF8AE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59" y="1908271"/>
            <a:ext cx="703897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6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E275FE-B9B4-4E09-8068-B38B0245D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1873611"/>
            <a:ext cx="71151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09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예측 실행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 반복되었을 때의 결과를 보니 정확도가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100%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정말로 어떤 광물이든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확률로 판별해 내는 모델이 만들어진 것일까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장을 보기 바람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6811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이해하기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1578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이해하기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이해하기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과적합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문제가 무엇인지 알아보고 이를 어떻게 해결하는지 살펴보자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과적합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(overfitting)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이란 모델이 학습 데이터셋 안에서는 일정 수준 이상의 예측 정확도를 보이지만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새로운 데이터에 적용하면 잘 맞지 않는 것을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13-1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그래프에서 빨간색 선을 보면 주어진 샘플에 정확히 맞게끔 그어져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선은 너무 주어진 샘플에만 최적화되어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 그어진 선을 새로운 데이터에 적용하면 정확한 분류가 어려워진다는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962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이해하기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435E16C-FA73-4B88-A3A2-5CCEE67B4CE8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13-1 | </a:t>
            </a:r>
            <a:r>
              <a:rPr lang="ko-KR" altLang="en-US" sz="1600" b="1" dirty="0"/>
              <a:t>과적합이 일어난 경우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빨간색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와 학습이 제대로 이루어지지 않은 경우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초록색</a:t>
            </a:r>
            <a:r>
              <a:rPr lang="en-US" altLang="ko-KR" sz="1600" b="1" dirty="0"/>
              <a:t>)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98C083-DB83-474A-92B0-4475B7D890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2145482"/>
            <a:ext cx="360997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597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그렇다면 과적합을 방지하려면 어떻게 해야 할까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 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학습을 하는 데이터셋과 이를 테스트할 데이터셋을 완전히 구분한 후 학습과 동시에 테스트를 병행하며 진행하는 것이 한 방법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데이터셋이 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샘플로 이루어져 있다면 다음과 같이 두 개의 셋으로 나눔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63F2E6-736B-4652-B5F8-8153D069A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3429000"/>
            <a:ext cx="61436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767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B53EA84-B376-4859-8D9C-A8E87C27FECC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13-4 | </a:t>
            </a:r>
            <a:r>
              <a:rPr lang="ko-KR" altLang="en-US" sz="1600" b="1" dirty="0"/>
              <a:t>학습이 계속되면 학습셋에서의 에러는 계속해서 작아지지만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테스트셋에서는  </a:t>
            </a:r>
            <a:endParaRPr lang="en-US" altLang="ko-KR" sz="1600" b="1" dirty="0"/>
          </a:p>
          <a:p>
            <a:r>
              <a:rPr lang="en-US" altLang="ko-KR" sz="1600" b="1" dirty="0"/>
              <a:t>    </a:t>
            </a:r>
            <a:r>
              <a:rPr lang="ko-KR" altLang="en-US" sz="1600" b="1" dirty="0"/>
              <a:t>과적합이 발생</a:t>
            </a:r>
            <a:r>
              <a:rPr lang="en-US" altLang="ko-KR" sz="1600" b="1" dirty="0"/>
              <a:t>!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70EF0C-9F25-454C-9C94-46A1E4E6C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2" y="2214562"/>
            <a:ext cx="33909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91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</a:p>
          <a:p>
            <a:pPr lvl="1"/>
            <a:r>
              <a:rPr lang="en-US" altLang="ko-KR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 !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pip install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sklearn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저장된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데이터에서 각각 정해진 비율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(%)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만큼 학습셋과 테스트셋으로 분리시키는 함수가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사이킷런의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train_test_split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학습셋과 테스트셋을 만들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학습셋을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70%,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테스트셋을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설정했을 때의 예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EEDBFC-734D-4417-A301-2A5A0A235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45" y="3418741"/>
            <a:ext cx="713422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25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만들어진 모델을 테스트셋에 적용하려면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model.evaluate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사용하면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모델을 테스트셋에 적용해 정확도를 구합니다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D58704-9AAC-457B-9B8B-51301E368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2" y="2507288"/>
            <a:ext cx="7124700" cy="10668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C2B5797-DB9D-B51B-7140-8F646002F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59" y="3676774"/>
            <a:ext cx="5140275" cy="292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87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딥러닝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머신 러닝의 목표는 학습셋에서만 잘 작동하는 모델을 만드는 것이 아님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새로운 데이터에 대해 높은 정확도를 안정되게 보여 주는 모델을 만드는 것이 목표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어떻게 하면 이러한 모델을 만들 수 있을까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 성능의 향상을 위한 방법에는 크게 데이터를 보강하는 방법과 알고리즘을 최적화하는 방법이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데이터를 이용해 성능을 향상시키려면 우선 충분한 데이터를 가져와 추가하면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많이 알려진 다음 그래프는 특히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경우 샘플 수가 많을수록 성능이 좋아짐을 보여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3792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CA26473-174D-4DC1-9AC7-675602666ECF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13-6 | </a:t>
            </a:r>
            <a:r>
              <a:rPr lang="ko-KR" altLang="en-US" sz="1600" b="1" dirty="0"/>
              <a:t>데이터의 증가와 딥러닝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머신 러닝 성능의 상관관계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1BBCAC1-7F98-42B0-A8F6-DA75A4D5F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57" y="1947243"/>
            <a:ext cx="39433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31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데이터를 추가하는 것 자체가 어렵거나 데이터 추가만으로는 성능에 한계가 있을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가지고 있는 데이터를 적절히 보완해 주는 방법을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사진의 경우 사진 크기를 확대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/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축소한 것을 더해 보거나 위아래로 조금씩 움직여 넣어 보는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테이블형 데이터의 경우 너무 크거나 낮은 이상치가 모델에 영향을 줄 수 없도록 크기를 적절히 조절할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시그모이드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함수를 사용해 전체를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0~1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사이의 값으로 변환하는 것이 좋은 예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 교차 검증 방법을 사용해 가지고 있는 데이터를 충분히 이용하는 방법도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6305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학습셋과 테스트셋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다음으로 알고리즘을 이용해 성능을 향상하는 방법은 먼저 다른 구조로 모델을 바꾸어 가며 최적의 구조를 찾는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은닉층의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개수라든지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 안에 들어갈 노드의 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최적화 함수의 종류를 바꾸어 보는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이야기한 바 있지만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딥러닝 설정에 정답은 없음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자신의 데이터에 꼭 맞는 구조를 계속해서 테스트해 보며 찾는 것이 중요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데이터에 따라서는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아닌 랜덤 포레스트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XGBoost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SVM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등 다른 알고리즘이 더 좋은 성과를 보일 때도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일반적인 머신 러닝과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합해서 더 좋은 결과를 만드는 것도 가능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많은 경험을 통해 최적의 성능을 보이는 모델을 만드는 것이 중요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184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23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0418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학습이 끝난 후 지금 만든 모델을 저장하면 언제든 이를 불러와 다시 사용할 수 있음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 결과를 저장하려면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model.save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 모델 이름을 적어 저장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E613D7-B71F-401F-A01E-50A2429C7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37" y="2930761"/>
            <a:ext cx="709612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930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hdf5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파일 포맷은 주로 과학 기술 데이터 작업에서 사용되는데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크고 복잡한 데이터를 저장하는 데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다시 불러오려면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API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load_model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Sequential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불러온 모델 클래스 안에 함께 들어 있으므로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Sequential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뒤에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load_model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추가해 다시 불러옴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CC46BE-223B-4C6D-8A91-882EC1B60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429000"/>
            <a:ext cx="71056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41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테스트를 위해 조금 전 만든 모델을 메모리에서 삭제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6943C6-6163-41C0-B021-14E9225AD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61646"/>
            <a:ext cx="71056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96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load_model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사용해서 조금 전 저장한 모델을 불러옴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B30021-27BE-4387-87C4-9D378A98C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708660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550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불러온 모델을 테스트셋에 적용해 정확도를 구함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4AB366-A1BC-4599-ACA6-E25DEB44D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70866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15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저장과 재사용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marL="0" indent="0">
              <a:buNone/>
            </a:pP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이전 절에서 실행한 것과 같은 값이 나오는 것을 확인할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0C59CA6-B8E2-49A4-941B-04DEB6C0D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1816004"/>
            <a:ext cx="708660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98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30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5 k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0811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데이터가 충분히 많아야 모델 성능도 향상된다고 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이는 학습과 테스트를 위한 데이터를 충분히 확보할수록 세상에 나왔을 때 더 잘 작동하기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실제 프로젝트에서는 데이터를 확보하는 것이 쉽지 않거나 많은 비용이 발생하는 경우도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가지고 있는 데이터를 십분 활용하는 것이 중요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특히 학습셋을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70%,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테스트셋을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설정할 경우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테스트셋은 학습에 이용할 수 없다는 단점이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해결하기 위해 고안된 방법이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겹 교차 검증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(k-fold cross validation)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endParaRPr lang="en-US" altLang="ko-KR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7820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겹 교차 검증이란 데이터셋을 여러 개로 나누어 하나씩 테스트셋으로 사용하고 나머지를 모두 합해서 학습셋으로 사용하는 방법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하면 가지고 있는 데이터의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학습셋으로 사용할 수 있고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 동시에 테스트셋으로도 사용할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겹 교차 검증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(5-fold cross validation)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예가 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13-7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설명되어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4974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CC3855EA-8BC1-4708-A66D-CFE957E3B0C9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13-7 | 5</a:t>
            </a:r>
            <a:r>
              <a:rPr lang="ko-KR" altLang="en-US" sz="1600" b="1" dirty="0"/>
              <a:t>겹 교차 검증의 도식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073614-0827-4BA6-BB12-5294E5339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931218"/>
            <a:ext cx="581025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16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데이터를 원하는 수만큼 나누어 각각 학습셋과 테스트셋으로 사용되게 하는 함수는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사이킷런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라이브러리의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KFold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실습 코드에서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KFold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활용하는 부분만 뽑아 보면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5A426A-B984-480E-8AE8-0EE6B4A70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98" y="2795323"/>
            <a:ext cx="71247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88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몇 개의 파일로 나눌 것인지 정해    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k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변수에 넣음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사이킷런의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KFold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불러옴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샘플이 어느 한쪽에 치우치지 않도록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shuffle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옵션을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True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설정해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정확도가 채워질   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acc_score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이름의 빈 리스트를 준비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split()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의해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학습셋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테스트셋으로 분리되며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for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문에 의해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 반복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E4F3FB-7051-4AAC-AF09-E9D7E0D8A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358" y="1894489"/>
            <a:ext cx="209550" cy="2095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D2E24C6-B5F8-44A7-A419-B1E076BB5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899" y="2240131"/>
            <a:ext cx="209550" cy="2095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D488797-ACE5-497C-9DE5-C7C524A56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148" y="2910537"/>
            <a:ext cx="209550" cy="2095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189592B-D331-44DF-9647-9066A20C7F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87" y="3219450"/>
            <a:ext cx="20955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91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반복되는 각 학습마다 정확도를 구해 다음과 같이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acc_score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리스트를 채움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번의 학습이 끝나면 각 정확도들을 취합해 모델 성능을 평가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6DE6DA-BAA4-40AD-B882-ABE380A8F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08429"/>
            <a:ext cx="71056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0606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모든 코드를 모아 실행하면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8B0AD2-1699-4CBA-9383-8CC5B4784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98" y="2219253"/>
            <a:ext cx="71247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18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9A17E0-0758-4AFE-B1CF-44CC0032D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23" y="1913755"/>
            <a:ext cx="71818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84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20B152-0D5A-46F5-B9EA-ED8BF1A73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66" y="1912841"/>
            <a:ext cx="719137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070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545248-F2D8-4B13-8019-470A2AF22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91" y="1873611"/>
            <a:ext cx="714375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59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24BFC7-BD48-45A4-8205-2E611E385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66" y="1873611"/>
            <a:ext cx="71532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06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4BF686-F3CA-4576-BFA0-41476230F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59" y="1816004"/>
            <a:ext cx="711517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218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다섯 번의 정확도를 구했음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학습이 진행되는 과정이 길어서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model.fit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부분에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verbose=0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옵션을 주어 학습 과정의 출력을 생략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3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텐서플로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함수가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for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문에 포함되는 경우 다음과 같이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WARNING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메시지가 나오는 경우가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텐서플로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구동에는 문제가 없으므로 그냥 진행하면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WARNING:tensorflow:5 out of the last 9 calls to &lt;function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Model.make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_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test_function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.&lt;locals&gt;.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test_function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at 0x000001EDE50D60D0&gt; triggered 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tf.function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retracing...</a:t>
            </a:r>
          </a:p>
        </p:txBody>
      </p:sp>
    </p:spTree>
    <p:extLst>
      <p:ext uri="{BB962C8B-B14F-4D97-AF65-F5344CB8AC3E}">
        <p14:creationId xmlns:p14="http://schemas.microsoft.com/office/powerpoint/2010/main" val="1347694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20709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k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겹 교차 검증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해서 가지고 있는 데이터를 모두 사용해 학습과 테스트를 진행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다음 장을 통해 학습 과정을 시각화해 보는 방법과 학습을 몇 번 반복할지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(epochs)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스스로 판단하게 하는 방법 등을 알아보며 모델 성능을 향상시켜 보겠음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55683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3456</TotalTime>
  <Words>1655</Words>
  <Application>Microsoft Office PowerPoint</Application>
  <PresentationFormat>화면 슬라이드 쇼(4:3)</PresentationFormat>
  <Paragraphs>210</Paragraphs>
  <Slides>45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45</vt:i4>
      </vt:variant>
    </vt:vector>
  </HeadingPairs>
  <TitlesOfParts>
    <vt:vector size="55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  모델 성능 검증하기</vt:lpstr>
      <vt:lpstr>  모델 성능 검증하기</vt:lpstr>
      <vt:lpstr>PowerPoint 프레젠테이션</vt:lpstr>
      <vt:lpstr>1 데이터의 확인과 예측 실행</vt:lpstr>
      <vt:lpstr>1 데이터의 확인과 예측 실행</vt:lpstr>
      <vt:lpstr>1 데이터의 확인과 예측 실행</vt:lpstr>
      <vt:lpstr>1 데이터의 확인과 예측 실행</vt:lpstr>
      <vt:lpstr>1 데이터의 확인과 예측 실행</vt:lpstr>
      <vt:lpstr>1 데이터의 확인과 예측 실행</vt:lpstr>
      <vt:lpstr>PowerPoint 프레젠테이션</vt:lpstr>
      <vt:lpstr>2 과적합 이해하기</vt:lpstr>
      <vt:lpstr>2 과적합 이해하기</vt:lpstr>
      <vt:lpstr>3 학습셋과 테스트셋</vt:lpstr>
      <vt:lpstr>3 학습셋과 테스트셋</vt:lpstr>
      <vt:lpstr>3 학습셋과 테스트셋</vt:lpstr>
      <vt:lpstr>3 학습셋과 테스트셋</vt:lpstr>
      <vt:lpstr>3 학습셋과 테스트셋</vt:lpstr>
      <vt:lpstr>3 학습셋과 테스트셋</vt:lpstr>
      <vt:lpstr>3 학습셋과 테스트셋</vt:lpstr>
      <vt:lpstr>3 학습셋과 테스트셋</vt:lpstr>
      <vt:lpstr>PowerPoint 프레젠테이션</vt:lpstr>
      <vt:lpstr>4 모델 저장과 재사용</vt:lpstr>
      <vt:lpstr>4 모델 저장과 재사용</vt:lpstr>
      <vt:lpstr>4 모델 저장과 재사용</vt:lpstr>
      <vt:lpstr>4 모델 저장과 재사용</vt:lpstr>
      <vt:lpstr>4 모델 저장과 재사용</vt:lpstr>
      <vt:lpstr>4 모델 저장과 재사용</vt:lpstr>
      <vt:lpstr>PowerPoint 프레젠테이션</vt:lpstr>
      <vt:lpstr>5 k겹 교차 검증</vt:lpstr>
      <vt:lpstr>5 k겹 교차 검증</vt:lpstr>
      <vt:lpstr>5 k겹 교차 검증</vt:lpstr>
      <vt:lpstr>5 k겹 교차 검증</vt:lpstr>
      <vt:lpstr>5 k겹 교차 검증</vt:lpstr>
      <vt:lpstr>5 k겹 교차 검증</vt:lpstr>
      <vt:lpstr>5 k겹 교차 검증</vt:lpstr>
      <vt:lpstr>5 k겹 교차 검증</vt:lpstr>
      <vt:lpstr>5 k겹 교차 검증</vt:lpstr>
      <vt:lpstr>5 k겹 교차 검증</vt:lpstr>
      <vt:lpstr>5 k겹 교차 검증</vt:lpstr>
      <vt:lpstr>5 k겹 교차 검증</vt:lpstr>
      <vt:lpstr>5 k겹 교차 검증</vt:lpstr>
      <vt:lpstr>5 k겹 교차 검증</vt:lpstr>
      <vt:lpstr>5 k겹 교차 검증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494</cp:revision>
  <cp:lastPrinted>2016-08-10T06:58:55Z</cp:lastPrinted>
  <dcterms:created xsi:type="dcterms:W3CDTF">2013-04-05T19:58:06Z</dcterms:created>
  <dcterms:modified xsi:type="dcterms:W3CDTF">2025-06-04T08:18:49Z</dcterms:modified>
</cp:coreProperties>
</file>