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14"/>
  </p:notesMasterIdLst>
  <p:handoutMasterIdLst>
    <p:handoutMasterId r:id="rId15"/>
  </p:handoutMasterIdLst>
  <p:sldIdLst>
    <p:sldId id="267" r:id="rId3"/>
    <p:sldId id="270" r:id="rId4"/>
    <p:sldId id="277" r:id="rId5"/>
    <p:sldId id="272" r:id="rId6"/>
    <p:sldId id="281" r:id="rId7"/>
    <p:sldId id="303" r:id="rId8"/>
    <p:sldId id="288" r:id="rId9"/>
    <p:sldId id="289" r:id="rId10"/>
    <p:sldId id="294" r:id="rId11"/>
    <p:sldId id="301" r:id="rId12"/>
    <p:sldId id="302" r:id="rId13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0205" autoAdjust="0"/>
  </p:normalViewPr>
  <p:slideViewPr>
    <p:cSldViewPr showGuides="1">
      <p:cViewPr varScale="1">
        <p:scale>
          <a:sx n="68" d="100"/>
          <a:sy n="68" d="100"/>
        </p:scale>
        <p:origin x="2853" y="33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Xor</a:t>
            </a:r>
            <a:r>
              <a:rPr lang="ko-KR" altLang="en-US" dirty="0"/>
              <a:t>문제를 은닉층을 이용해서 해결을 했다</a:t>
            </a:r>
            <a:r>
              <a:rPr lang="en-US" altLang="ko-KR" dirty="0"/>
              <a:t>. </a:t>
            </a:r>
            <a:r>
              <a:rPr lang="ko-KR" altLang="en-US" dirty="0"/>
              <a:t>가중치와 바이어스를 미리 주고 코드 만들어 보면서 어떻게 은닉층이 존재하는지를 알아 </a:t>
            </a:r>
            <a:r>
              <a:rPr lang="ko-KR" altLang="en-US" dirty="0" err="1"/>
              <a:t>본것이지</a:t>
            </a:r>
            <a:r>
              <a:rPr lang="ko-KR" altLang="en-US" dirty="0"/>
              <a:t> 모델링을 한 것은 아니다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회귀모델을 이용해서 스스로 가중치와 바이어스를 찾아가는 방법을 알아내야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첫번째는</a:t>
            </a:r>
            <a:r>
              <a:rPr lang="en-US" altLang="ko-KR" dirty="0"/>
              <a:t> </a:t>
            </a:r>
            <a:r>
              <a:rPr lang="ko-KR" altLang="en-US" dirty="0" err="1"/>
              <a:t>경사하강법을</a:t>
            </a:r>
            <a:r>
              <a:rPr lang="ko-KR" altLang="en-US" dirty="0"/>
              <a:t> 이용해서 </a:t>
            </a:r>
            <a:r>
              <a:rPr lang="ko-KR" altLang="en-US" dirty="0" err="1"/>
              <a:t>가중치값</a:t>
            </a:r>
            <a:r>
              <a:rPr lang="ko-KR" altLang="en-US" dirty="0"/>
              <a:t> 두개를 알아내면 되는 것인데 은닉층이 있는 경우에는 가중치 그룹이 두개가 있어 </a:t>
            </a:r>
            <a:r>
              <a:rPr lang="ko-KR" altLang="en-US" dirty="0" err="1"/>
              <a:t>경사하강법을</a:t>
            </a:r>
            <a:r>
              <a:rPr lang="ko-KR" altLang="en-US" dirty="0"/>
              <a:t> 이용해도 어떻게 두개의 가중치 그룹을 수정할 수 있는지에 대한 해결 책이 나오지 않았다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오차역전파라는 것이 나오게 되었다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순전파라고 해서 임의의 가중치와 바이어스를 가지고 진행을 한다</a:t>
            </a:r>
            <a:r>
              <a:rPr lang="en-US" altLang="ko-KR" dirty="0"/>
              <a:t>. </a:t>
            </a:r>
            <a:r>
              <a:rPr lang="ko-KR" altLang="en-US" dirty="0"/>
              <a:t>그러면 </a:t>
            </a:r>
            <a:r>
              <a:rPr lang="ko-KR" altLang="en-US" dirty="0" err="1"/>
              <a:t>출력값</a:t>
            </a:r>
            <a:r>
              <a:rPr lang="ko-KR" altLang="en-US" dirty="0"/>
              <a:t> 나올 것이고 </a:t>
            </a:r>
            <a:r>
              <a:rPr lang="ko-KR" altLang="en-US" dirty="0" err="1"/>
              <a:t>출력값과</a:t>
            </a:r>
            <a:r>
              <a:rPr lang="ko-KR" altLang="en-US" dirty="0"/>
              <a:t> 실제 값을 비교를 해서 오차가 발생을 하면 오차가 작아지는 방향으로 업데이트를 </a:t>
            </a:r>
            <a:r>
              <a:rPr lang="ko-KR" altLang="en-US" dirty="0" err="1"/>
              <a:t>해야하는데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기존의 </a:t>
            </a:r>
            <a:r>
              <a:rPr lang="ko-KR" altLang="en-US" dirty="0" err="1"/>
              <a:t>경사하강법으로는</a:t>
            </a:r>
            <a:r>
              <a:rPr lang="ko-KR" altLang="en-US" dirty="0"/>
              <a:t> </a:t>
            </a:r>
            <a:r>
              <a:rPr lang="en-US" altLang="ko-KR" dirty="0"/>
              <a:t>w31</a:t>
            </a:r>
            <a:r>
              <a:rPr lang="ko-KR" altLang="en-US" dirty="0"/>
              <a:t>은 수정할 수 있다</a:t>
            </a:r>
            <a:r>
              <a:rPr lang="en-US" altLang="ko-KR" dirty="0"/>
              <a:t>. </a:t>
            </a:r>
            <a:r>
              <a:rPr lang="ko-KR" altLang="en-US" dirty="0"/>
              <a:t>그렇게 해서 은닉층에 있는 </a:t>
            </a:r>
            <a:r>
              <a:rPr lang="ko-KR" altLang="en-US" dirty="0" err="1"/>
              <a:t>가중치값을</a:t>
            </a:r>
            <a:r>
              <a:rPr lang="ko-KR" altLang="en-US" dirty="0"/>
              <a:t> 수정한다고 해도 입력층에 있는 </a:t>
            </a:r>
            <a:r>
              <a:rPr lang="ko-KR" altLang="en-US" dirty="0" err="1"/>
              <a:t>가중치값을</a:t>
            </a:r>
            <a:r>
              <a:rPr lang="ko-KR" altLang="en-US" dirty="0"/>
              <a:t> 수정 할 수 없는 문제가 생길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은닉층에 있는 </a:t>
            </a:r>
            <a:r>
              <a:rPr lang="ko-KR" altLang="en-US" dirty="0" err="1"/>
              <a:t>가중치값에</a:t>
            </a:r>
            <a:r>
              <a:rPr lang="ko-KR" altLang="en-US" dirty="0"/>
              <a:t> 대한 오차가 없다고 할 수 있기 때문이다</a:t>
            </a:r>
            <a:r>
              <a:rPr lang="en-US" altLang="ko-KR" dirty="0"/>
              <a:t>.  </a:t>
            </a:r>
            <a:r>
              <a:rPr lang="ko-KR" altLang="en-US" dirty="0"/>
              <a:t>그러기 위해서는 은닉층의 </a:t>
            </a:r>
            <a:r>
              <a:rPr lang="ko-KR" altLang="en-US" dirty="0" err="1"/>
              <a:t>가중치값을</a:t>
            </a:r>
            <a:r>
              <a:rPr lang="ko-KR" altLang="en-US" dirty="0"/>
              <a:t> 알아야 하는데 알 수 없는 것이 문제가 되었다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W11</a:t>
            </a:r>
            <a:r>
              <a:rPr lang="ko-KR" altLang="en-US" dirty="0"/>
              <a:t>이 영향을 주는  </a:t>
            </a:r>
            <a:r>
              <a:rPr lang="en-US" altLang="ko-KR" dirty="0"/>
              <a:t>output</a:t>
            </a:r>
            <a:r>
              <a:rPr lang="ko-KR" altLang="en-US" dirty="0"/>
              <a:t>값이 어디인지를 확인해보면 </a:t>
            </a:r>
            <a:r>
              <a:rPr lang="en-US" altLang="ko-KR" dirty="0"/>
              <a:t>yo1</a:t>
            </a:r>
            <a:r>
              <a:rPr lang="ko-KR" altLang="en-US" dirty="0"/>
              <a:t>과 </a:t>
            </a:r>
            <a:r>
              <a:rPr lang="en-US" altLang="ko-KR" dirty="0"/>
              <a:t>yo2 </a:t>
            </a:r>
            <a:r>
              <a:rPr lang="ko-KR" altLang="en-US" dirty="0"/>
              <a:t>에도</a:t>
            </a:r>
            <a:r>
              <a:rPr lang="en-US" altLang="ko-KR" dirty="0"/>
              <a:t> </a:t>
            </a:r>
            <a:r>
              <a:rPr lang="ko-KR" altLang="en-US" dirty="0"/>
              <a:t>영향을 준다</a:t>
            </a:r>
            <a:r>
              <a:rPr lang="en-US" altLang="ko-KR" dirty="0"/>
              <a:t>. W31</a:t>
            </a:r>
            <a:r>
              <a:rPr lang="ko-KR" altLang="en-US" dirty="0"/>
              <a:t>인 경우에는 </a:t>
            </a:r>
            <a:r>
              <a:rPr lang="en-US" altLang="ko-KR" dirty="0"/>
              <a:t>yo1</a:t>
            </a:r>
            <a:r>
              <a:rPr lang="ko-KR" altLang="en-US" dirty="0"/>
              <a:t>하나만 영향을 주지만  </a:t>
            </a:r>
            <a:r>
              <a:rPr lang="en-US" altLang="ko-KR" dirty="0"/>
              <a:t>w11</a:t>
            </a:r>
            <a:r>
              <a:rPr lang="ko-KR" altLang="en-US" dirty="0"/>
              <a:t> 같은 경우에는 </a:t>
            </a:r>
            <a:r>
              <a:rPr lang="en-US" altLang="ko-KR" dirty="0"/>
              <a:t>yo1</a:t>
            </a:r>
            <a:r>
              <a:rPr lang="ko-KR" altLang="en-US" dirty="0"/>
              <a:t>과 </a:t>
            </a:r>
            <a:r>
              <a:rPr lang="en-US" altLang="ko-KR" dirty="0"/>
              <a:t>yo2 </a:t>
            </a:r>
            <a:r>
              <a:rPr lang="ko-KR" altLang="en-US" dirty="0"/>
              <a:t>두개를 모두 계산을 해서 </a:t>
            </a:r>
            <a:r>
              <a:rPr lang="ko-KR" altLang="en-US" dirty="0" err="1"/>
              <a:t>편미분을</a:t>
            </a:r>
            <a:r>
              <a:rPr lang="ko-KR" altLang="en-US" dirty="0"/>
              <a:t> 해야 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13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결과를 확인 해보면 </a:t>
            </a:r>
            <a:r>
              <a:rPr lang="en-US" altLang="ko-KR" dirty="0"/>
              <a:t>out(1-out) </a:t>
            </a:r>
            <a:r>
              <a:rPr lang="ko-KR" altLang="en-US" dirty="0"/>
              <a:t>형태가 되는 것을 알 수 있고 이식을 델타식이라고 한다</a:t>
            </a:r>
            <a:r>
              <a:rPr lang="en-US" altLang="ko-KR" dirty="0"/>
              <a:t>. </a:t>
            </a:r>
            <a:r>
              <a:rPr lang="ko-KR" altLang="en-US" dirty="0"/>
              <a:t>델타식을 이용하면 은닉층의 숫자가 많아도 </a:t>
            </a:r>
            <a:r>
              <a:rPr lang="en-US" altLang="ko-KR" dirty="0"/>
              <a:t>out(1-out) </a:t>
            </a:r>
            <a:r>
              <a:rPr lang="ko-KR" altLang="en-US" dirty="0"/>
              <a:t>형태가 된다는 것을 알 수 있게 되었다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409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출력층에서 오차를 만들어서 역전파를 </a:t>
            </a:r>
            <a:r>
              <a:rPr lang="ko-KR" altLang="en-US" dirty="0" err="1"/>
              <a:t>하다보면</a:t>
            </a:r>
            <a:r>
              <a:rPr lang="ko-KR" altLang="en-US" dirty="0"/>
              <a:t> 층을 만날 때마다 </a:t>
            </a:r>
            <a:r>
              <a:rPr lang="ko-KR" altLang="en-US" dirty="0" err="1"/>
              <a:t>시그모이드를</a:t>
            </a:r>
            <a:r>
              <a:rPr lang="ko-KR" altLang="en-US" dirty="0"/>
              <a:t> 포함하므로 </a:t>
            </a:r>
            <a:r>
              <a:rPr lang="ko-KR" altLang="en-US" dirty="0" err="1"/>
              <a:t>시그모이드로</a:t>
            </a:r>
            <a:r>
              <a:rPr lang="ko-KR" altLang="en-US" dirty="0"/>
              <a:t> </a:t>
            </a:r>
            <a:r>
              <a:rPr lang="ko-KR" altLang="en-US" dirty="0" err="1"/>
              <a:t>편미분을</a:t>
            </a:r>
            <a:r>
              <a:rPr lang="ko-KR" altLang="en-US" dirty="0"/>
              <a:t> 한번씩 해줘야 한다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시그모이드</a:t>
            </a:r>
            <a:r>
              <a:rPr lang="ko-KR" altLang="en-US" dirty="0"/>
              <a:t> 함수를 이용해서 </a:t>
            </a:r>
            <a:r>
              <a:rPr lang="ko-KR" altLang="en-US" dirty="0" err="1"/>
              <a:t>편미분을</a:t>
            </a:r>
            <a:r>
              <a:rPr lang="ko-KR" altLang="en-US" dirty="0"/>
              <a:t> 하면 최대치가 </a:t>
            </a:r>
            <a:r>
              <a:rPr lang="en-US" altLang="ko-KR" dirty="0"/>
              <a:t>0.25</a:t>
            </a:r>
            <a:r>
              <a:rPr lang="ko-KR" altLang="en-US" dirty="0"/>
              <a:t>가 </a:t>
            </a:r>
            <a:r>
              <a:rPr lang="ko-KR" altLang="en-US" dirty="0" err="1"/>
              <a:t>된가</a:t>
            </a:r>
            <a:r>
              <a:rPr lang="ko-KR" altLang="en-US" dirty="0"/>
              <a:t> 되어 은닉층을 하나씩 넘어 갈때마다 </a:t>
            </a:r>
            <a:r>
              <a:rPr lang="en-US" altLang="ko-KR" dirty="0"/>
              <a:t>0.25</a:t>
            </a:r>
            <a:r>
              <a:rPr lang="ko-KR" altLang="en-US" dirty="0"/>
              <a:t>씩 </a:t>
            </a:r>
            <a:r>
              <a:rPr lang="ko-KR" altLang="en-US" dirty="0" err="1"/>
              <a:t>곱해야하는데</a:t>
            </a:r>
            <a:r>
              <a:rPr lang="ko-KR" altLang="en-US" dirty="0"/>
              <a:t> 은닉층이 많아지면 기울기가 </a:t>
            </a:r>
            <a:r>
              <a:rPr lang="en-US" altLang="ko-KR" dirty="0"/>
              <a:t>0</a:t>
            </a:r>
            <a:r>
              <a:rPr lang="ko-KR" altLang="en-US" dirty="0"/>
              <a:t>에 가까워지므로 </a:t>
            </a:r>
            <a:r>
              <a:rPr lang="ko-KR" altLang="en-US" dirty="0" err="1"/>
              <a:t>가중치값을</a:t>
            </a:r>
            <a:r>
              <a:rPr lang="ko-KR" altLang="en-US" dirty="0"/>
              <a:t> 구할 수가 </a:t>
            </a:r>
            <a:r>
              <a:rPr lang="ko-KR" altLang="en-US" dirty="0" err="1"/>
              <a:t>없게된다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이것을 기울기 소실이라고 한다</a:t>
            </a:r>
            <a:r>
              <a:rPr lang="en-US" altLang="ko-KR" dirty="0"/>
              <a:t>. </a:t>
            </a:r>
            <a:r>
              <a:rPr lang="ko-KR" altLang="en-US" dirty="0"/>
              <a:t>기울기 소실을 해결하기 위해서 </a:t>
            </a:r>
            <a:r>
              <a:rPr lang="ko-KR" altLang="en-US" dirty="0" err="1"/>
              <a:t>렐루</a:t>
            </a:r>
            <a:r>
              <a:rPr lang="ko-KR" altLang="en-US" dirty="0"/>
              <a:t> 함수 같은 것이 만들어졌다</a:t>
            </a:r>
            <a:r>
              <a:rPr lang="en-US" altLang="ko-KR" dirty="0"/>
              <a:t>. </a:t>
            </a:r>
            <a:r>
              <a:rPr lang="ko-KR" altLang="en-US" dirty="0" err="1"/>
              <a:t>렐루함수는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값이 </a:t>
            </a:r>
            <a:r>
              <a:rPr lang="en-US" altLang="ko-KR" dirty="0"/>
              <a:t>0</a:t>
            </a:r>
            <a:r>
              <a:rPr lang="ko-KR" altLang="en-US" dirty="0"/>
              <a:t>보다 크면 </a:t>
            </a:r>
            <a:r>
              <a:rPr lang="en-US" altLang="ko-KR" dirty="0"/>
              <a:t>1, 0</a:t>
            </a:r>
            <a:r>
              <a:rPr lang="ko-KR" altLang="en-US" dirty="0"/>
              <a:t>보다 작으면 </a:t>
            </a:r>
            <a:r>
              <a:rPr lang="en-US" altLang="ko-KR" dirty="0"/>
              <a:t>0</a:t>
            </a:r>
            <a:r>
              <a:rPr lang="ko-KR" altLang="en-US" dirty="0"/>
              <a:t>으로 처리하도록 하므로 </a:t>
            </a:r>
            <a:r>
              <a:rPr lang="en-US" altLang="ko-KR" dirty="0"/>
              <a:t>0</a:t>
            </a:r>
            <a:r>
              <a:rPr lang="ko-KR" altLang="en-US" dirty="0"/>
              <a:t>보다 작지 않으면 </a:t>
            </a:r>
            <a:r>
              <a:rPr lang="en-US" altLang="ko-KR" dirty="0"/>
              <a:t>1</a:t>
            </a:r>
            <a:r>
              <a:rPr lang="ko-KR" altLang="en-US" dirty="0" err="1"/>
              <a:t>이되게</a:t>
            </a:r>
            <a:r>
              <a:rPr lang="ko-KR" altLang="en-US" dirty="0"/>
              <a:t> 하여 기울기 소실 문제를 해결하였다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861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경사하강법을</a:t>
            </a:r>
            <a:r>
              <a:rPr lang="ko-KR" altLang="en-US" dirty="0"/>
              <a:t> </a:t>
            </a:r>
            <a:r>
              <a:rPr lang="ko-KR" altLang="en-US" dirty="0" err="1"/>
              <a:t>사용하다보니</a:t>
            </a:r>
            <a:r>
              <a:rPr lang="ko-KR" altLang="en-US" dirty="0"/>
              <a:t> 계산이 복잡해지고 많아진다는 문제가 생긴다</a:t>
            </a:r>
            <a:r>
              <a:rPr lang="en-US" altLang="ko-KR" dirty="0"/>
              <a:t>. </a:t>
            </a:r>
            <a:r>
              <a:rPr lang="ko-KR" altLang="en-US" dirty="0"/>
              <a:t>모든 가중치를 수정하려고 </a:t>
            </a:r>
            <a:r>
              <a:rPr lang="ko-KR" altLang="en-US" dirty="0" err="1"/>
              <a:t>하다보니</a:t>
            </a:r>
            <a:r>
              <a:rPr lang="ko-KR" altLang="en-US" dirty="0"/>
              <a:t> 계산령이 너무 많아진다</a:t>
            </a:r>
            <a:r>
              <a:rPr lang="en-US" altLang="ko-KR" dirty="0"/>
              <a:t>. </a:t>
            </a:r>
            <a:r>
              <a:rPr lang="ko-KR" altLang="en-US" dirty="0"/>
              <a:t>이점을 보안하게 된 </a:t>
            </a:r>
            <a:r>
              <a:rPr lang="ko-KR" altLang="en-US" dirty="0" err="1"/>
              <a:t>경사하강법이</a:t>
            </a:r>
            <a:r>
              <a:rPr lang="ko-KR" altLang="en-US" dirty="0"/>
              <a:t> 등장하게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98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6/23/2025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6/23/2025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셋째마당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 err="1">
                <a:solidFill>
                  <a:schemeClr val="tx2"/>
                </a:solidFill>
              </a:rPr>
              <a:t>딥러닝의</a:t>
            </a:r>
            <a:r>
              <a:rPr lang="ko-KR" altLang="en-US" sz="5400" dirty="0">
                <a:solidFill>
                  <a:schemeClr val="tx2"/>
                </a:solidFill>
              </a:rPr>
              <a:t> 시작</a:t>
            </a:r>
            <a:r>
              <a:rPr lang="en-US" altLang="ko-KR" sz="5400" dirty="0">
                <a:solidFill>
                  <a:schemeClr val="tx2"/>
                </a:solidFill>
              </a:rPr>
              <a:t>, </a:t>
            </a:r>
            <a:r>
              <a:rPr lang="ko-KR" altLang="en-US" sz="5400" dirty="0">
                <a:solidFill>
                  <a:schemeClr val="tx2"/>
                </a:solidFill>
              </a:rPr>
              <a:t>신경망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9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오차 역전파에서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딥러닝으로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740023" y="1181435"/>
            <a:ext cx="5788241" cy="12051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1855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딥러닝의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태동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오차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역전파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활성화 함수와 고급 경사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하강법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속도와 정확도 문제를 해결하는 고급 경사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하강법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오차 역전파에서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딥러닝으로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오차 역전파에서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딥러닝으로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해결되지 않던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XOR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문제를 다층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퍼셉트론으로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해결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한 가지 문제를 만남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은닉층에 포함된 가중치를 업데이트할 방법이 없었던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이는 기나긴 인공지능의 겨울을 지나 오차 역전파라는 방법을 만나고 나서야 해결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오차 역전파는 후에 지금 우리가 아는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탄생으로 이어짐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오차 역전파는 어떻게 해서 은닉층의 오차를 업데이트할 수 있었을까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9704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딥러닝의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태동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오차 </a:t>
            </a:r>
            <a:r>
              <a:rPr lang="ko-KR" altLang="en-US" sz="2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역전파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태동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오차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역전파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5D588F2-67CD-4325-BDD8-F4BD097FAAA2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퍼셉트론에서</a:t>
            </a:r>
            <a:r>
              <a:rPr lang="ko-KR" altLang="en-US" sz="1600" b="1" dirty="0"/>
              <a:t> 오차 수정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E3C12C-4216-433C-ACEB-497FD7588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15" y="2095464"/>
            <a:ext cx="2746794" cy="156396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D15088A-38F5-8C99-3CFD-C254F1695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786" y="1916813"/>
            <a:ext cx="3617224" cy="16357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1A5ED70-F596-124F-6ACB-42B79FE968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3714680"/>
            <a:ext cx="629602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7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딥러닝의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태동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오차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역전파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90760B-E5E4-45AA-ACD7-B775FB4E9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1988825"/>
            <a:ext cx="6178884" cy="921712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64231C00-88E4-4E2D-2E21-6AA72E85D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17" y="3256179"/>
            <a:ext cx="8105496" cy="1901031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은닉층이 많아지면 연산과정이 복잡해 보이지만 편미분한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결과 값은 다음과 같다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공식 중 밑줄 친 부분을 잘 보면 두 식 모두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out(1-out)’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형태를 취하고 있다는 것을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식을 델타식이라고 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층이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많이져도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델타식을 사용하면 은닉층의 오차를 수정할 수 있는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방법이된다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850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활성화 함수와 고급 경사 </a:t>
            </a:r>
            <a:r>
              <a:rPr lang="ko-KR" altLang="en-US" sz="2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하강법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4469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활성화 함수와 고급 경사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하강법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활성화 함수와 고급 경사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하강법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b="1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30605D-EBD8-4D63-AB3A-A3359BDC5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65" y="1873611"/>
            <a:ext cx="6886575" cy="30194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FA4BA48-0B8F-A4B3-5E70-3A5B306302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" y="5143963"/>
            <a:ext cx="3505300" cy="13560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3B3FD3-65D8-A7CB-66CA-0D9E1964F2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821" y="5113846"/>
            <a:ext cx="2995564" cy="148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9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8" name="직선 연결선 7"/>
          <p:cNvCxnSpPr>
            <a:cxnSpLocks/>
          </p:cNvCxnSpPr>
          <p:nvPr/>
        </p:nvCxnSpPr>
        <p:spPr>
          <a:xfrm>
            <a:off x="976544" y="3397907"/>
            <a:ext cx="7226423" cy="13916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속도와 정확도 문제를 해결하는 고급 경사 </a:t>
            </a:r>
            <a:r>
              <a:rPr lang="ko-KR" altLang="en-US" sz="2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하강법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5790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9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9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29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속도와 정확도 문제를 해결하는 고급 경사 </a:t>
            </a:r>
            <a:r>
              <a:rPr lang="ko-KR" altLang="en-US" sz="29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하강법</a:t>
            </a:r>
            <a:endParaRPr lang="ko-KR" altLang="en-US" sz="29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82AB325-D354-4743-808F-11921619E8B3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9-9 | </a:t>
            </a:r>
            <a:r>
              <a:rPr lang="ko-KR" altLang="en-US" sz="1600" b="1" dirty="0" err="1"/>
              <a:t>딥러닝에</a:t>
            </a:r>
            <a:r>
              <a:rPr lang="ko-KR" altLang="en-US" sz="1600" b="1" dirty="0"/>
              <a:t> 사용되는 고급 경사 하강법의 변천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4DBF1C-3997-4FB9-BADA-0C363B288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80" y="1931217"/>
            <a:ext cx="8743921" cy="391727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BAB7AE-55A2-091F-B9EE-965D9FC8FC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89" y="3140965"/>
            <a:ext cx="2179191" cy="80649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228E3A-E3A4-0FE2-E4FC-8DCFFC373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0" y="1988825"/>
            <a:ext cx="1182881" cy="95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3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9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9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29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속도와 정확도 문제를 해결하는 고급 경사 </a:t>
            </a:r>
            <a:r>
              <a:rPr lang="ko-KR" altLang="en-US" sz="29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하강법</a:t>
            </a:r>
            <a:endParaRPr lang="ko-KR" altLang="en-US" sz="29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속도와 정확도 문제를 해결하는 고급 경사 </a:t>
            </a:r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하강법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오차를 최소화하는 경사 하강법들을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딥러닝에서는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옵티마이저’라고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한다고 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앞에 소개한 고급 경사 하강법들은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포함되어 있는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optimizers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객체에 이름을 적어 주는 것만으로 손쉽게 실행할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 앞 절에서 소개된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시그모이드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렐루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등 활성화 함수도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activation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객체에 이름을 적어 주는 것으로 손쉽게 실행할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이어지는 장에서 이러한 부분을 실습해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해서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장부터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9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장까지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사용되는 대부분의 개념과 용어를 상세히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배웠습음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드디어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텐서플로를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이용한 모델링을 할 준비가 되었음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45071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3298</TotalTime>
  <Words>630</Words>
  <Application>Microsoft Office PowerPoint</Application>
  <PresentationFormat>화면 슬라이드 쇼(4:3)</PresentationFormat>
  <Paragraphs>61</Paragraphs>
  <Slides>11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  오차 역전파에서 딥러닝으로</vt:lpstr>
      <vt:lpstr>PowerPoint 프레젠테이션</vt:lpstr>
      <vt:lpstr>1 딥러닝의 태동, 오차 역전파</vt:lpstr>
      <vt:lpstr>1 딥러닝의 태동, 오차 역전파</vt:lpstr>
      <vt:lpstr>PowerPoint 프레젠테이션</vt:lpstr>
      <vt:lpstr>2 활성화 함수와 고급 경사 하강법</vt:lpstr>
      <vt:lpstr>PowerPoint 프레젠테이션</vt:lpstr>
      <vt:lpstr>3 속도와 정확도 문제를 해결하는 고급 경사 하강법</vt:lpstr>
      <vt:lpstr>3 속도와 정확도 문제를 해결하는 고급 경사 하강법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406</cp:revision>
  <cp:lastPrinted>2016-08-10T06:58:55Z</cp:lastPrinted>
  <dcterms:created xsi:type="dcterms:W3CDTF">2013-04-05T19:58:06Z</dcterms:created>
  <dcterms:modified xsi:type="dcterms:W3CDTF">2025-06-23T08:05:34Z</dcterms:modified>
</cp:coreProperties>
</file>