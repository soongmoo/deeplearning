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6" r:id="rId2"/>
  </p:sldMasterIdLst>
  <p:notesMasterIdLst>
    <p:notesMasterId r:id="rId13"/>
  </p:notesMasterIdLst>
  <p:handoutMasterIdLst>
    <p:handoutMasterId r:id="rId14"/>
  </p:handoutMasterIdLst>
  <p:sldIdLst>
    <p:sldId id="267" r:id="rId3"/>
    <p:sldId id="270" r:id="rId4"/>
    <p:sldId id="272" r:id="rId5"/>
    <p:sldId id="268" r:id="rId6"/>
    <p:sldId id="298" r:id="rId7"/>
    <p:sldId id="308" r:id="rId8"/>
    <p:sldId id="302" r:id="rId9"/>
    <p:sldId id="303" r:id="rId10"/>
    <p:sldId id="305" r:id="rId11"/>
    <p:sldId id="307" r:id="rId12"/>
  </p:sldIdLst>
  <p:sldSz cx="9144000" cy="6858000" type="screen4x3"/>
  <p:notesSz cx="9926638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07">
          <p15:clr>
            <a:srgbClr val="A4A3A4"/>
          </p15:clr>
        </p15:guide>
        <p15:guide id="3" pos="2916">
          <p15:clr>
            <a:srgbClr val="A4A3A4"/>
          </p15:clr>
        </p15:guide>
        <p15:guide id="4" pos="2481">
          <p15:clr>
            <a:srgbClr val="A4A3A4"/>
          </p15:clr>
        </p15:guide>
        <p15:guide id="5" pos="2372">
          <p15:clr>
            <a:srgbClr val="A4A3A4"/>
          </p15:clr>
        </p15:guide>
        <p15:guide id="6" pos="2045">
          <p15:clr>
            <a:srgbClr val="A4A3A4"/>
          </p15:clr>
        </p15:guide>
        <p15:guide id="7" pos="1937">
          <p15:clr>
            <a:srgbClr val="A4A3A4"/>
          </p15:clr>
        </p15:guide>
        <p15:guide id="8" pos="1610">
          <p15:clr>
            <a:srgbClr val="A4A3A4"/>
          </p15:clr>
        </p15:guide>
        <p15:guide id="9" pos="1501">
          <p15:clr>
            <a:srgbClr val="A4A3A4"/>
          </p15:clr>
        </p15:guide>
        <p15:guide id="10" pos="1174">
          <p15:clr>
            <a:srgbClr val="A4A3A4"/>
          </p15:clr>
        </p15:guide>
        <p15:guide id="11" pos="1066">
          <p15:clr>
            <a:srgbClr val="A4A3A4"/>
          </p15:clr>
        </p15:guide>
        <p15:guide id="12" pos="739">
          <p15:clr>
            <a:srgbClr val="A4A3A4"/>
          </p15:clr>
        </p15:guide>
        <p15:guide id="13" pos="630">
          <p15:clr>
            <a:srgbClr val="A4A3A4"/>
          </p15:clr>
        </p15:guide>
        <p15:guide id="14" pos="304">
          <p15:clr>
            <a:srgbClr val="A4A3A4"/>
          </p15:clr>
        </p15:guide>
        <p15:guide id="15" pos="267">
          <p15:clr>
            <a:srgbClr val="A4A3A4"/>
          </p15:clr>
        </p15:guide>
        <p15:guide id="16" pos="3352">
          <p15:clr>
            <a:srgbClr val="A4A3A4"/>
          </p15:clr>
        </p15:guide>
        <p15:guide id="17" pos="3243">
          <p15:clr>
            <a:srgbClr val="A4A3A4"/>
          </p15:clr>
        </p15:guide>
        <p15:guide id="18" pos="3678">
          <p15:clr>
            <a:srgbClr val="A4A3A4"/>
          </p15:clr>
        </p15:guide>
        <p15:guide id="19" pos="3787">
          <p15:clr>
            <a:srgbClr val="A4A3A4"/>
          </p15:clr>
        </p15:guide>
        <p15:guide id="20" pos="4114">
          <p15:clr>
            <a:srgbClr val="A4A3A4"/>
          </p15:clr>
        </p15:guide>
        <p15:guide id="21" pos="4223">
          <p15:clr>
            <a:srgbClr val="A4A3A4"/>
          </p15:clr>
        </p15:guide>
        <p15:guide id="22" pos="4549">
          <p15:clr>
            <a:srgbClr val="A4A3A4"/>
          </p15:clr>
        </p15:guide>
        <p15:guide id="23" pos="4658">
          <p15:clr>
            <a:srgbClr val="A4A3A4"/>
          </p15:clr>
        </p15:guide>
        <p15:guide id="24" pos="4985">
          <p15:clr>
            <a:srgbClr val="A4A3A4"/>
          </p15:clr>
        </p15:guide>
        <p15:guide id="25" pos="5420">
          <p15:clr>
            <a:srgbClr val="A4A3A4"/>
          </p15:clr>
        </p15:guide>
        <p15:guide id="26" pos="5094">
          <p15:clr>
            <a:srgbClr val="A4A3A4"/>
          </p15:clr>
        </p15:guide>
        <p15:guide id="27" pos="5456">
          <p15:clr>
            <a:srgbClr val="A4A3A4"/>
          </p15:clr>
        </p15:guide>
        <p15:guide id="28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B5B8"/>
    <a:srgbClr val="37C9CD"/>
    <a:srgbClr val="59D2D5"/>
    <a:srgbClr val="E06361"/>
    <a:srgbClr val="75B77D"/>
    <a:srgbClr val="A3CFA8"/>
    <a:srgbClr val="8D9DD8"/>
    <a:srgbClr val="FEF7DB"/>
    <a:srgbClr val="FEDBF7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80" d="100"/>
          <a:sy n="80" d="100"/>
        </p:scale>
        <p:origin x="1522" y="48"/>
      </p:cViewPr>
      <p:guideLst>
        <p:guide pos="2807"/>
        <p:guide pos="2916"/>
        <p:guide pos="2481"/>
        <p:guide pos="2372"/>
        <p:guide pos="2045"/>
        <p:guide pos="1937"/>
        <p:guide pos="1610"/>
        <p:guide pos="1501"/>
        <p:guide pos="1174"/>
        <p:guide pos="1066"/>
        <p:guide pos="739"/>
        <p:guide pos="630"/>
        <p:guide pos="304"/>
        <p:guide pos="267"/>
        <p:guide pos="3352"/>
        <p:guide pos="3243"/>
        <p:guide pos="3678"/>
        <p:guide pos="3787"/>
        <p:guide pos="4114"/>
        <p:guide pos="4223"/>
        <p:guide pos="4549"/>
        <p:guide pos="4658"/>
        <p:guide pos="4985"/>
        <p:guide pos="5420"/>
        <p:guide pos="5094"/>
        <p:guide pos="545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9" d="100"/>
          <a:sy n="89" d="100"/>
        </p:scale>
        <p:origin x="941" y="62"/>
      </p:cViewPr>
      <p:guideLst/>
    </p:cSldViewPr>
  </p:notesViewPr>
  <p:gridSpacing cx="57607" cy="57607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1696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6B0E63-BBCE-42FA-B3A6-5FD535041784}" type="datetimeFigureOut">
              <a:rPr lang="ko-KR" altLang="en-US" smtClean="0"/>
              <a:pPr/>
              <a:t>2025-08-22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5741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1696" y="645741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421031-9F3C-4BB5-813E-6F6C294051C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9650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799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D56D40-764E-476E-B5E6-4049846BDF68}" type="datetimeFigureOut">
              <a:rPr lang="en-US" smtClean="0"/>
              <a:pPr/>
              <a:t>8/22/2025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8838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5" y="3228896"/>
            <a:ext cx="794131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799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CADBE4-966B-4F0C-AF81-59D2D1B847A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476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 userDrawn="1"/>
        </p:nvSpPr>
        <p:spPr>
          <a:xfrm>
            <a:off x="481903" y="2680109"/>
            <a:ext cx="3859670" cy="806498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spcBef>
                <a:spcPct val="0"/>
              </a:spcBef>
              <a:buNone/>
              <a:defRPr lang="en-US" sz="4400" b="1" kern="1200" baseline="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6671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orient="horz" pos="10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2219-5F3D-7F43-849E-768B69F61FFB}" type="datetime1">
              <a:rPr lang="en-US" smtClean="0"/>
              <a:pPr/>
              <a:t>8/22/2025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683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995" y="1922202"/>
            <a:ext cx="8081453" cy="8007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2219-5F3D-7F43-849E-768B69F61FFB}" type="datetime1">
              <a:rPr lang="en-US" smtClean="0"/>
              <a:pPr/>
              <a:t>8/22/2025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926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513" y="440330"/>
            <a:ext cx="8107710" cy="800724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995" y="1470362"/>
            <a:ext cx="8105496" cy="4849414"/>
          </a:xfrm>
        </p:spPr>
        <p:txBody>
          <a:bodyPr>
            <a:normAutofit/>
          </a:bodyPr>
          <a:lstStyle>
            <a:lvl1pPr marL="225425" indent="-225425">
              <a:buClr>
                <a:srgbClr val="FFCC66"/>
              </a:buClr>
              <a:buFont typeface="Wingdings" panose="05000000000000000000" pitchFamily="2" charset="2"/>
              <a:buChar char="l"/>
              <a:defRPr sz="1800">
                <a:latin typeface="KoPub돋움체_Pro Bold" panose="02020603020101020101" pitchFamily="18" charset="-127"/>
                <a:ea typeface="KoPub돋움체_Pro Bold" panose="02020603020101020101" pitchFamily="18" charset="-127"/>
              </a:defRPr>
            </a:lvl1pPr>
            <a:lvl2pPr marL="573088" indent="-238125">
              <a:buClr>
                <a:srgbClr val="FFCC66"/>
              </a:buClr>
              <a:buFont typeface="Wingdings" panose="05000000000000000000" pitchFamily="2" charset="2"/>
              <a:buChar char="l"/>
              <a:defRPr sz="16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2pPr>
            <a:lvl3pPr marL="860425" indent="-182563">
              <a:buClr>
                <a:srgbClr val="FFCC66"/>
              </a:buClr>
              <a:buFont typeface="Wingdings" panose="05000000000000000000" pitchFamily="2" charset="2"/>
              <a:buChar char="l"/>
              <a:defRPr sz="14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3pPr>
            <a:lvl4pPr marL="1198563" indent="-225425">
              <a:buClr>
                <a:srgbClr val="FFCC66"/>
              </a:buClr>
              <a:buFont typeface="Wingdings" panose="05000000000000000000" pitchFamily="2" charset="2"/>
              <a:buChar char="l"/>
              <a:defRPr sz="12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4pPr>
            <a:lvl5pPr marL="1544638" indent="-228600">
              <a:buClr>
                <a:srgbClr val="FFCC66"/>
              </a:buClr>
              <a:buFont typeface="Wingdings" panose="05000000000000000000" pitchFamily="2" charset="2"/>
              <a:buChar char="l"/>
              <a:defRPr sz="12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2BFA-C828-2446-9B72-82AD7C7C4D28}" type="datetime1">
              <a:rPr lang="en-US" smtClean="0"/>
              <a:pPr/>
              <a:t>8/22/2025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629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1188101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87" y="2104039"/>
            <a:ext cx="7431304" cy="4215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2BFA-C828-2446-9B72-82AD7C7C4D28}" type="datetime1">
              <a:rPr lang="en-US" smtClean="0"/>
              <a:pPr/>
              <a:t>8/22/2025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950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802513"/>
            <a:ext cx="6063565" cy="1525991"/>
          </a:xfrm>
          <a:prstGeom prst="rect">
            <a:avLst/>
          </a:prstGeom>
          <a:solidFill>
            <a:srgbClr val="686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4237838" y="3041745"/>
            <a:ext cx="4906162" cy="860290"/>
          </a:xfrm>
          <a:prstGeom prst="rect">
            <a:avLst/>
          </a:prstGeom>
          <a:solidFill>
            <a:srgbClr val="BC65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903" y="2007073"/>
            <a:ext cx="5357451" cy="1016006"/>
          </a:xfrm>
        </p:spPr>
        <p:txBody>
          <a:bodyPr anchor="ctr"/>
          <a:lstStyle>
            <a:lvl1pPr algn="ctr">
              <a:defRPr sz="2800" b="0" i="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9607" y="3051981"/>
            <a:ext cx="3974883" cy="792411"/>
          </a:xfrm>
        </p:spPr>
        <p:txBody>
          <a:bodyPr anchor="ctr"/>
          <a:lstStyle>
            <a:lvl1pPr marL="0" indent="0" algn="l">
              <a:buNone/>
              <a:defRPr sz="1700" b="0" cap="all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06830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996" y="1052514"/>
            <a:ext cx="3953364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153" y="1052514"/>
            <a:ext cx="3976008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0C587-CD89-8C40-AE01-36B25C2FD636}" type="datetime1">
              <a:rPr lang="en-US" smtClean="0"/>
              <a:pPr/>
              <a:t>8/22/2025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27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983189"/>
            <a:ext cx="3960832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995" y="1562099"/>
            <a:ext cx="3960832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607" y="983189"/>
            <a:ext cx="3976008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607" y="1562099"/>
            <a:ext cx="3976008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4BB27-D512-944F-BD47-D639527B0043}" type="datetime1">
              <a:rPr lang="en-US" smtClean="0"/>
              <a:pPr/>
              <a:t>8/22/2025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973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320890" y="5330091"/>
            <a:ext cx="3606765" cy="1057841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/>
            </a:lvl1pPr>
            <a:lvl2pPr>
              <a:lnSpc>
                <a:spcPct val="100000"/>
              </a:lnSpc>
              <a:spcBef>
                <a:spcPts val="30"/>
              </a:spcBef>
              <a:defRPr sz="1200"/>
            </a:lvl2pPr>
            <a:lvl3pPr>
              <a:lnSpc>
                <a:spcPct val="100000"/>
              </a:lnSpc>
              <a:spcBef>
                <a:spcPts val="3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629607" y="4893679"/>
            <a:ext cx="4287895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1173187" y="1586793"/>
            <a:ext cx="4930054" cy="312578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C7D68E-693D-9C49-A798-620CA0EADA79}" type="datetime1">
              <a:rPr lang="en-US"/>
              <a:pPr>
                <a:defRPr/>
              </a:pPr>
              <a:t>8/22/2025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03CD29-3FF4-6D4C-91CD-B76B0411C46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52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1830388" y="5078133"/>
            <a:ext cx="5329237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1967321" y="5513243"/>
            <a:ext cx="5216365" cy="935037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>
                <a:solidFill>
                  <a:srgbClr val="373737"/>
                </a:solidFill>
              </a:defRPr>
            </a:lvl1pPr>
            <a:lvl2pPr>
              <a:spcBef>
                <a:spcPts val="200"/>
              </a:spcBef>
              <a:defRPr sz="1200"/>
            </a:lvl2pPr>
            <a:lvl3pPr>
              <a:spcBef>
                <a:spcPts val="100"/>
              </a:spcBef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1868332" y="1553021"/>
            <a:ext cx="5278773" cy="3312262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6E382E-3682-864D-BAAA-426D382364D6}" type="datetime1">
              <a:rPr lang="en-US"/>
              <a:pPr>
                <a:defRPr/>
              </a:pPr>
              <a:t>8/22/2025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0F1395-DF07-7644-8D70-6CD057F6934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457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2726889" y="151915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2838920" y="185465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984284" y="151915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Picture Placeholder 16"/>
          <p:cNvSpPr>
            <a:spLocks noGrp="1"/>
          </p:cNvSpPr>
          <p:nvPr>
            <p:ph type="pic" sz="quarter" idx="19"/>
          </p:nvPr>
        </p:nvSpPr>
        <p:spPr>
          <a:xfrm>
            <a:off x="984284" y="311302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0" name="Picture Placeholder 16"/>
          <p:cNvSpPr>
            <a:spLocks noGrp="1"/>
          </p:cNvSpPr>
          <p:nvPr>
            <p:ph type="pic" sz="quarter" idx="20"/>
          </p:nvPr>
        </p:nvSpPr>
        <p:spPr>
          <a:xfrm>
            <a:off x="984284" y="470689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2726889" y="311302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2838920" y="344852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3"/>
          </p:nvPr>
        </p:nvSpPr>
        <p:spPr>
          <a:xfrm>
            <a:off x="2726889" y="4706900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4"/>
          </p:nvPr>
        </p:nvSpPr>
        <p:spPr>
          <a:xfrm>
            <a:off x="2838920" y="5042395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5F553F-D6CF-024A-83E8-16C5ACBDBF0C}" type="datetime1">
              <a:rPr lang="en-US"/>
              <a:pPr>
                <a:defRPr/>
              </a:pPr>
              <a:t>8/22/2025</a:t>
            </a:fld>
            <a:endParaRPr lang="en-US" dirty="0"/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4D706A-52FD-E64D-AE1E-7C9D69A6BCF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655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98996" y="1400681"/>
            <a:ext cx="3266506" cy="5140855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944322" y="1271542"/>
            <a:ext cx="4576923" cy="423339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944322" y="1707014"/>
            <a:ext cx="4576923" cy="4209134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3B569C-1EA5-424B-AEC8-7C697A5412D8}" type="datetime1">
              <a:rPr lang="en-US"/>
              <a:pPr>
                <a:defRPr/>
              </a:pPr>
              <a:t>8/22/2025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21BB04-64BC-524B-8E69-A4BB3B716DB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679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6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7538" y="748130"/>
            <a:ext cx="4501662" cy="800724"/>
          </a:xfrm>
        </p:spPr>
        <p:txBody>
          <a:bodyPr/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</p:spPr>
        <p:txBody>
          <a:bodyPr/>
          <a:lstStyle/>
          <a:p>
            <a:fld id="{7E81C33E-41CC-7144-9EE9-6BB47BFC27EB}" type="datetime1">
              <a:rPr lang="en-US" smtClean="0"/>
              <a:pPr/>
              <a:t>8/22/2025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</p:spPr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803677" y="1730693"/>
            <a:ext cx="4035523" cy="42333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0" kern="1200" cap="small" dirty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</a:pPr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865077" y="2139462"/>
            <a:ext cx="3974124" cy="4073769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1934308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0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1934308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0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1934308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7803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ash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39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EBC88-5945-6548-81AC-D1E801230918}" type="datetime1">
              <a:rPr lang="en-US" smtClean="0"/>
              <a:pPr/>
              <a:t>8/22/2025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3298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ashout Map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53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1942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FCC0-BCF1-7F40-94F0-C8B3ACD33893}" type="datetime1">
              <a:rPr lang="en-US" smtClean="0"/>
              <a:pPr/>
              <a:t>8/22/2025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4817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Bold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100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004888"/>
            <a:ext cx="9144000" cy="446393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A98B9-3ABE-A242-9F6B-DA9BAB124A35}" type="datetime1">
              <a:rPr lang="en-US" smtClean="0"/>
              <a:pPr/>
              <a:t>8/22/2025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398714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12 and Statement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-1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2285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-1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2285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4571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6858000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25"/>
          </p:nvPr>
        </p:nvSpPr>
        <p:spPr>
          <a:xfrm>
            <a:off x="4571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6"/>
          </p:nvPr>
        </p:nvSpPr>
        <p:spPr>
          <a:xfrm>
            <a:off x="6858000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0" y="3783013"/>
            <a:ext cx="9144000" cy="1572768"/>
          </a:xfr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 defTabSz="457200" rtl="0" eaLnBrk="1" latinLnBrk="0" hangingPunct="1">
              <a:buNone/>
              <a:defRPr lang="en-US" sz="1600" kern="1200" dirty="0">
                <a:solidFill>
                  <a:srgbClr val="666666"/>
                </a:solidFill>
                <a:latin typeface="Verdana"/>
                <a:ea typeface="+mn-ea"/>
                <a:cs typeface="Verdana"/>
              </a:defRPr>
            </a:lvl1pPr>
          </a:lstStyle>
          <a:p>
            <a:pPr marL="0" lvl="0" indent="-225425" algn="ctr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en-US" dirty="0"/>
              <a:t>Statement here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2285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4571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22"/>
          </p:nvPr>
        </p:nvSpPr>
        <p:spPr>
          <a:xfrm>
            <a:off x="6858000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05156-B5F0-8F44-9B3B-B829BD25E71A}" type="datetime1">
              <a:rPr lang="en-US" smtClean="0"/>
              <a:pPr/>
              <a:t>8/22/2025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6524"/>
            <a:ext cx="9144000" cy="825867"/>
          </a:xfrm>
          <a:ln>
            <a:noFill/>
          </a:ln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7371021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merica-globe_shadow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29014" y="203200"/>
            <a:ext cx="6640871" cy="666496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B5F46-2B7F-5B4D-AD94-C45166DC40CF}" type="datetime1">
              <a:rPr lang="en-US" smtClean="0"/>
              <a:pPr/>
              <a:t>8/22/2025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6664132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merica-globe_shadow_small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82880" y="332740"/>
            <a:ext cx="5059680" cy="50807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7769" y="3884054"/>
            <a:ext cx="4166148" cy="80072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</p:spPr>
        <p:txBody>
          <a:bodyPr/>
          <a:lstStyle/>
          <a:p>
            <a:fld id="{6E7C3E9F-FCDE-664F-9336-1ABBAA0EA927}" type="datetime1">
              <a:rPr lang="en-US" smtClean="0"/>
              <a:pPr/>
              <a:t>8/22/2025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</p:spPr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708768" y="4699000"/>
            <a:ext cx="4112847" cy="1807308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spcBef>
                <a:spcPts val="200"/>
              </a:spcBef>
              <a:defRPr sz="1050"/>
            </a:lvl3pPr>
            <a:lvl4pPr>
              <a:lnSpc>
                <a:spcPct val="100000"/>
              </a:lnSpc>
              <a:spcBef>
                <a:spcPts val="100"/>
              </a:spcBef>
              <a:defRPr sz="1000"/>
            </a:lvl4pPr>
            <a:lvl5pPr>
              <a:lnSpc>
                <a:spcPct val="100000"/>
              </a:lnSpc>
              <a:spcBef>
                <a:spcPts val="1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82916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48132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790700" y="990600"/>
            <a:ext cx="6756400" cy="3683000"/>
          </a:xfrm>
        </p:spPr>
        <p:txBody>
          <a:bodyPr/>
          <a:lstStyle>
            <a:lvl1pPr algn="r">
              <a:buNone/>
              <a:defRPr sz="6000" b="1" baseline="0">
                <a:solidFill>
                  <a:srgbClr val="F79646"/>
                </a:solidFill>
              </a:defRPr>
            </a:lvl1pPr>
          </a:lstStyle>
          <a:p>
            <a:pPr lvl="0"/>
            <a:r>
              <a:rPr lang="en-US" dirty="0"/>
              <a:t>Emphasis Slide</a:t>
            </a:r>
          </a:p>
          <a:p>
            <a:pPr lvl="0"/>
            <a:r>
              <a:rPr lang="en-US" dirty="0"/>
              <a:t>Used for making one important Point</a:t>
            </a:r>
          </a:p>
        </p:txBody>
      </p:sp>
    </p:spTree>
    <p:extLst>
      <p:ext uri="{BB962C8B-B14F-4D97-AF65-F5344CB8AC3E}">
        <p14:creationId xmlns:p14="http://schemas.microsoft.com/office/powerpoint/2010/main" val="14527663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DA2EC-FE51-234C-8874-87F532D5C722}" type="datetime1">
              <a:rPr lang="en-US" smtClean="0"/>
              <a:pPr/>
              <a:t>8/22/2025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016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6BB0B-C07A-EF4C-ADBF-B404E3B41965}" type="datetime1">
              <a:rPr lang="en-US" smtClean="0"/>
              <a:pPr/>
              <a:t>8/22/2025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7739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0531E-1DA2-B34A-93A6-C570B815175C}" type="datetime1">
              <a:rPr lang="en-US" smtClean="0"/>
              <a:pPr/>
              <a:t>8/22/2025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0837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E4664-5CFD-1A4D-9B41-76CFD729FE90}" type="datetime1">
              <a:rPr lang="en-US" smtClean="0"/>
              <a:pPr/>
              <a:t>8/22/2025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2604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28452" y="1906719"/>
            <a:ext cx="6912841" cy="1522281"/>
          </a:xfrm>
          <a:noFill/>
        </p:spPr>
        <p:txBody>
          <a:bodyPr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defRPr lang="en-US" sz="4800" b="1" kern="120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391262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106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689738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995" y="1922202"/>
            <a:ext cx="8081453" cy="8007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55618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548650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781" y="1470362"/>
            <a:ext cx="8105496" cy="496462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685093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1188101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87" y="2104039"/>
            <a:ext cx="7431304" cy="4215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64862BFA-C828-2446-9B72-82AD7C7C4D28}" type="datetime1">
              <a:rPr lang="en-US" smtClean="0">
                <a:solidFill>
                  <a:srgbClr val="464646"/>
                </a:solidFill>
              </a:rPr>
              <a:pPr/>
              <a:t>8/22/2025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9795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802513"/>
            <a:ext cx="6063565" cy="1525991"/>
          </a:xfrm>
          <a:prstGeom prst="rect">
            <a:avLst/>
          </a:prstGeom>
          <a:solidFill>
            <a:srgbClr val="686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4237838" y="3041745"/>
            <a:ext cx="4906162" cy="860290"/>
          </a:xfrm>
          <a:prstGeom prst="rect">
            <a:avLst/>
          </a:prstGeom>
          <a:solidFill>
            <a:srgbClr val="BC65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903" y="2007073"/>
            <a:ext cx="5357451" cy="1016006"/>
          </a:xfrm>
        </p:spPr>
        <p:txBody>
          <a:bodyPr anchor="ctr"/>
          <a:lstStyle>
            <a:lvl1pPr algn="ctr">
              <a:defRPr sz="2800" b="0" i="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9607" y="3051981"/>
            <a:ext cx="3974883" cy="792411"/>
          </a:xfrm>
        </p:spPr>
        <p:txBody>
          <a:bodyPr anchor="ctr"/>
          <a:lstStyle>
            <a:lvl1pPr marL="0" indent="0" algn="l">
              <a:buNone/>
              <a:defRPr sz="1700" b="0" cap="all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12757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996" y="1052514"/>
            <a:ext cx="3953364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153" y="1052514"/>
            <a:ext cx="3976008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EF40C587-CD89-8C40-AE01-36B25C2FD636}" type="datetime1">
              <a:rPr lang="en-US" smtClean="0">
                <a:solidFill>
                  <a:srgbClr val="464646"/>
                </a:solidFill>
              </a:rPr>
              <a:pPr/>
              <a:t>8/22/2025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39854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983189"/>
            <a:ext cx="3960832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995" y="1562099"/>
            <a:ext cx="3960832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607" y="983189"/>
            <a:ext cx="3976008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607" y="1562099"/>
            <a:ext cx="3976008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234BB27-D512-944F-BD47-D639527B0043}" type="datetime1">
              <a:rPr lang="en-US" smtClean="0">
                <a:solidFill>
                  <a:srgbClr val="464646"/>
                </a:solidFill>
              </a:rPr>
              <a:pPr/>
              <a:t>8/22/2025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8031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320890" y="5330091"/>
            <a:ext cx="3606765" cy="1057841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/>
            </a:lvl1pPr>
            <a:lvl2pPr>
              <a:lnSpc>
                <a:spcPct val="100000"/>
              </a:lnSpc>
              <a:spcBef>
                <a:spcPts val="30"/>
              </a:spcBef>
              <a:defRPr sz="1200"/>
            </a:lvl2pPr>
            <a:lvl3pPr>
              <a:lnSpc>
                <a:spcPct val="100000"/>
              </a:lnSpc>
              <a:spcBef>
                <a:spcPts val="3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629607" y="4893679"/>
            <a:ext cx="4287895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1173187" y="1586793"/>
            <a:ext cx="4930054" cy="312578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8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C7D68E-693D-9C49-A798-620CA0EADA79}" type="datetime1">
              <a:rPr lang="en-US">
                <a:solidFill>
                  <a:srgbClr val="464646"/>
                </a:solidFill>
              </a:rPr>
              <a:pPr>
                <a:defRPr/>
              </a:pPr>
              <a:t>8/22/2025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9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03CD29-3FF4-6D4C-91CD-B76B0411C46D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80112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1830388" y="5078133"/>
            <a:ext cx="5329237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1967321" y="5513243"/>
            <a:ext cx="5216365" cy="935037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>
                <a:solidFill>
                  <a:srgbClr val="373737"/>
                </a:solidFill>
              </a:defRPr>
            </a:lvl1pPr>
            <a:lvl2pPr>
              <a:spcBef>
                <a:spcPts val="200"/>
              </a:spcBef>
              <a:defRPr sz="1200"/>
            </a:lvl2pPr>
            <a:lvl3pPr>
              <a:spcBef>
                <a:spcPts val="100"/>
              </a:spcBef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1868332" y="1553021"/>
            <a:ext cx="5278773" cy="3312262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9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6E382E-3682-864D-BAAA-426D382364D6}" type="datetime1">
              <a:rPr lang="en-US">
                <a:solidFill>
                  <a:srgbClr val="464646"/>
                </a:solidFill>
              </a:rPr>
              <a:pPr>
                <a:defRPr/>
              </a:pPr>
              <a:t>8/22/2025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20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1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0F1395-DF07-7644-8D70-6CD057F69345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200870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2726889" y="151915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2838920" y="185465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984284" y="151915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Picture Placeholder 16"/>
          <p:cNvSpPr>
            <a:spLocks noGrp="1"/>
          </p:cNvSpPr>
          <p:nvPr>
            <p:ph type="pic" sz="quarter" idx="19"/>
          </p:nvPr>
        </p:nvSpPr>
        <p:spPr>
          <a:xfrm>
            <a:off x="984284" y="311302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0" name="Picture Placeholder 16"/>
          <p:cNvSpPr>
            <a:spLocks noGrp="1"/>
          </p:cNvSpPr>
          <p:nvPr>
            <p:ph type="pic" sz="quarter" idx="20"/>
          </p:nvPr>
        </p:nvSpPr>
        <p:spPr>
          <a:xfrm>
            <a:off x="984284" y="470689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2726889" y="311302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2838920" y="344852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3"/>
          </p:nvPr>
        </p:nvSpPr>
        <p:spPr>
          <a:xfrm>
            <a:off x="2726889" y="4706900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4"/>
          </p:nvPr>
        </p:nvSpPr>
        <p:spPr>
          <a:xfrm>
            <a:off x="2838920" y="5042395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5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5F553F-D6CF-024A-83E8-16C5ACBDBF0C}" type="datetime1">
              <a:rPr lang="en-US">
                <a:solidFill>
                  <a:srgbClr val="464646"/>
                </a:solidFill>
              </a:rPr>
              <a:pPr>
                <a:defRPr/>
              </a:pPr>
              <a:t>8/22/2025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26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7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4D706A-52FD-E64D-AE1E-7C9D69A6BCFF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70085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98996" y="1400681"/>
            <a:ext cx="3266506" cy="5140855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944322" y="1271542"/>
            <a:ext cx="4576923" cy="423339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944322" y="1707014"/>
            <a:ext cx="4576923" cy="4209134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6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3B569C-1EA5-424B-AEC8-7C697A5412D8}" type="datetime1">
              <a:rPr lang="en-US">
                <a:solidFill>
                  <a:srgbClr val="464646"/>
                </a:solidFill>
              </a:rPr>
              <a:pPr>
                <a:defRPr/>
              </a:pPr>
              <a:t>8/22/2025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7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8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21BB04-64BC-524B-8E69-A4BB3B716DBF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46435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6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7538" y="748130"/>
            <a:ext cx="4501662" cy="800724"/>
          </a:xfrm>
        </p:spPr>
        <p:txBody>
          <a:bodyPr/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  <a:prstGeom prst="rect">
            <a:avLst/>
          </a:prstGeom>
        </p:spPr>
        <p:txBody>
          <a:bodyPr/>
          <a:lstStyle/>
          <a:p>
            <a:fld id="{7E81C33E-41CC-7144-9EE9-6BB47BFC27EB}" type="datetime1">
              <a:rPr lang="en-US" smtClean="0">
                <a:solidFill>
                  <a:srgbClr val="464646"/>
                </a:solidFill>
              </a:rPr>
              <a:pPr/>
              <a:t>8/22/2025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803677" y="1730693"/>
            <a:ext cx="4035523" cy="42333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0" kern="1200" cap="small" dirty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</a:pPr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865077" y="2139462"/>
            <a:ext cx="3974124" cy="4073769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1934308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0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1934308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0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1934308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73889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ash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39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51BEBC88-5945-6548-81AC-D1E801230918}" type="datetime1">
              <a:rPr lang="en-US" smtClean="0">
                <a:solidFill>
                  <a:srgbClr val="464646"/>
                </a:solidFill>
              </a:rPr>
              <a:pPr/>
              <a:t>8/22/2025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7008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ashout Map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53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1942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6917FCC0-BCF1-7F40-94F0-C8B3ACD33893}" type="datetime1">
              <a:rPr lang="en-US" smtClean="0">
                <a:solidFill>
                  <a:srgbClr val="464646"/>
                </a:solidFill>
              </a:rPr>
              <a:pPr/>
              <a:t>8/22/2025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73535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Bold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100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004888"/>
            <a:ext cx="9144000" cy="446393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08CA98B9-3ABE-A242-9F6B-DA9BAB124A35}" type="datetime1">
              <a:rPr lang="en-US" smtClean="0">
                <a:solidFill>
                  <a:srgbClr val="464646"/>
                </a:solidFill>
              </a:rPr>
              <a:pPr/>
              <a:t>8/22/2025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929299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12 and Statement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-1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2285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-1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2285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4571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6858000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25"/>
          </p:nvPr>
        </p:nvSpPr>
        <p:spPr>
          <a:xfrm>
            <a:off x="4571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6"/>
          </p:nvPr>
        </p:nvSpPr>
        <p:spPr>
          <a:xfrm>
            <a:off x="6858000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0" y="3783013"/>
            <a:ext cx="9144000" cy="1572768"/>
          </a:xfr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 defTabSz="457200" rtl="0" eaLnBrk="1" latinLnBrk="0" hangingPunct="1">
              <a:buNone/>
              <a:defRPr lang="en-US" sz="1600" kern="1200" dirty="0">
                <a:solidFill>
                  <a:srgbClr val="666666"/>
                </a:solidFill>
                <a:latin typeface="Verdana"/>
                <a:ea typeface="+mn-ea"/>
                <a:cs typeface="Verdana"/>
              </a:defRPr>
            </a:lvl1pPr>
          </a:lstStyle>
          <a:p>
            <a:pPr marL="0" lvl="0" indent="-225425" algn="ctr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en-US" dirty="0"/>
              <a:t>Statement here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2285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4571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22"/>
          </p:nvPr>
        </p:nvSpPr>
        <p:spPr>
          <a:xfrm>
            <a:off x="6858000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51305156-B5F0-8F44-9B3B-B829BD25E71A}" type="datetime1">
              <a:rPr lang="en-US" smtClean="0">
                <a:solidFill>
                  <a:srgbClr val="464646"/>
                </a:solidFill>
              </a:rPr>
              <a:pPr/>
              <a:t>8/22/2025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6524"/>
            <a:ext cx="9144000" cy="825867"/>
          </a:xfrm>
          <a:ln>
            <a:noFill/>
          </a:ln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56370993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merica-globe_shadow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29014" y="203200"/>
            <a:ext cx="6640871" cy="666496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2DAB5F46-2B7F-5B4D-AD94-C45166DC40CF}" type="datetime1">
              <a:rPr lang="en-US" smtClean="0">
                <a:solidFill>
                  <a:srgbClr val="464646"/>
                </a:solidFill>
              </a:rPr>
              <a:pPr/>
              <a:t>8/22/2025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252962795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merica-globe_shadow_small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82880" y="332740"/>
            <a:ext cx="5059680" cy="50807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7769" y="3884054"/>
            <a:ext cx="4166148" cy="80072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  <a:prstGeom prst="rect">
            <a:avLst/>
          </a:prstGeom>
        </p:spPr>
        <p:txBody>
          <a:bodyPr/>
          <a:lstStyle/>
          <a:p>
            <a:fld id="{6E7C3E9F-FCDE-664F-9336-1ABBAA0EA927}" type="datetime1">
              <a:rPr lang="en-US" smtClean="0">
                <a:solidFill>
                  <a:srgbClr val="464646"/>
                </a:solidFill>
              </a:rPr>
              <a:pPr/>
              <a:t>8/22/2025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708768" y="4699000"/>
            <a:ext cx="4112847" cy="1807308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spcBef>
                <a:spcPts val="200"/>
              </a:spcBef>
              <a:defRPr sz="1050"/>
            </a:lvl3pPr>
            <a:lvl4pPr>
              <a:lnSpc>
                <a:spcPct val="100000"/>
              </a:lnSpc>
              <a:spcBef>
                <a:spcPts val="100"/>
              </a:spcBef>
              <a:defRPr sz="1000"/>
            </a:lvl4pPr>
            <a:lvl5pPr>
              <a:lnSpc>
                <a:spcPct val="100000"/>
              </a:lnSpc>
              <a:spcBef>
                <a:spcPts val="1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354435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163540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790700" y="990600"/>
            <a:ext cx="6756400" cy="3683000"/>
          </a:xfrm>
        </p:spPr>
        <p:txBody>
          <a:bodyPr/>
          <a:lstStyle>
            <a:lvl1pPr algn="r">
              <a:buNone/>
              <a:defRPr sz="6000" b="1" baseline="0">
                <a:solidFill>
                  <a:srgbClr val="F79646"/>
                </a:solidFill>
              </a:defRPr>
            </a:lvl1pPr>
          </a:lstStyle>
          <a:p>
            <a:pPr lvl="0"/>
            <a:r>
              <a:rPr lang="en-US" dirty="0"/>
              <a:t>Emphasis Slide</a:t>
            </a:r>
          </a:p>
          <a:p>
            <a:pPr lvl="0"/>
            <a:r>
              <a:rPr lang="en-US" dirty="0"/>
              <a:t>Used for making one important Point</a:t>
            </a:r>
          </a:p>
        </p:txBody>
      </p:sp>
    </p:spTree>
    <p:extLst>
      <p:ext uri="{BB962C8B-B14F-4D97-AF65-F5344CB8AC3E}">
        <p14:creationId xmlns:p14="http://schemas.microsoft.com/office/powerpoint/2010/main" val="380403888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704DA2EC-FE51-234C-8874-87F532D5C722}" type="datetime1">
              <a:rPr lang="en-US" smtClean="0">
                <a:solidFill>
                  <a:srgbClr val="464646"/>
                </a:solidFill>
              </a:rPr>
              <a:pPr/>
              <a:t>8/22/2025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12385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2036BB0B-C07A-EF4C-ADBF-B404E3B41965}" type="datetime1">
              <a:rPr lang="en-US" smtClean="0">
                <a:solidFill>
                  <a:srgbClr val="464646"/>
                </a:solidFill>
              </a:rPr>
              <a:pPr/>
              <a:t>8/22/2025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195225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8600531E-1DA2-B34A-93A6-C570B815175C}" type="datetime1">
              <a:rPr lang="en-US" smtClean="0">
                <a:solidFill>
                  <a:srgbClr val="464646"/>
                </a:solidFill>
              </a:rPr>
              <a:pPr/>
              <a:t>8/22/2025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0537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932E4664-5CFD-1A4D-9B41-76CFD729FE90}" type="datetime1">
              <a:rPr lang="en-US" smtClean="0">
                <a:solidFill>
                  <a:srgbClr val="464646"/>
                </a:solidFill>
              </a:rPr>
              <a:pPr/>
              <a:t>8/22/2025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073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slideLayout" Target="../slideLayouts/slideLayout43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28.xml"/><Relationship Id="rId21" Type="http://schemas.openxmlformats.org/officeDocument/2006/relationships/slideLayout" Target="../slideLayouts/slideLayout46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5" Type="http://schemas.openxmlformats.org/officeDocument/2006/relationships/slideLayout" Target="../slideLayouts/slideLayout50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20" Type="http://schemas.openxmlformats.org/officeDocument/2006/relationships/slideLayout" Target="../slideLayouts/slideLayout45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2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23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35.xml"/><Relationship Id="rId19" Type="http://schemas.openxmlformats.org/officeDocument/2006/relationships/slideLayout" Target="../slideLayouts/slideLayout44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Relationship Id="rId22" Type="http://schemas.openxmlformats.org/officeDocument/2006/relationships/slideLayout" Target="../slideLayouts/slideLayout47.xml"/><Relationship Id="rId2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258" y="375829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1355148"/>
            <a:ext cx="8106620" cy="4964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4"/>
                </a:solidFill>
              </a:defRPr>
            </a:lvl1pPr>
          </a:lstStyle>
          <a:p>
            <a:fld id="{64F5F5AC-42C6-7943-932B-3849F0E3EB5C}" type="datetime1">
              <a:rPr lang="en-US" smtClean="0"/>
              <a:pPr/>
              <a:t>8/22/2025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accent4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4"/>
                </a:solidFill>
              </a:defRPr>
            </a:lvl1pPr>
          </a:lstStyle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427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b="0" kern="1200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  <a:cs typeface="+mj-cs"/>
        </a:defRPr>
      </a:lvl1pPr>
    </p:titleStyle>
    <p:bodyStyle>
      <a:lvl1pPr marL="225425" indent="-225425" algn="l" defTabSz="457200" rtl="0" eaLnBrk="1" latinLnBrk="0" hangingPunct="1">
        <a:lnSpc>
          <a:spcPct val="110000"/>
        </a:lnSpc>
        <a:spcBef>
          <a:spcPts val="600"/>
        </a:spcBef>
        <a:buClr>
          <a:srgbClr val="E0AC00"/>
        </a:buClr>
        <a:buFont typeface="Wingdings" panose="05000000000000000000" pitchFamily="2" charset="2"/>
        <a:buChar char="l"/>
        <a:defRPr sz="1800" kern="1200">
          <a:solidFill>
            <a:srgbClr val="504B4B"/>
          </a:solidFill>
          <a:latin typeface="KoPub돋움체_Pro Bold" panose="02020603020101020101" pitchFamily="18" charset="-127"/>
          <a:ea typeface="KoPub돋움체_Pro Bold" panose="02020603020101020101" pitchFamily="18" charset="-127"/>
          <a:cs typeface="+mn-cs"/>
        </a:defRPr>
      </a:lvl1pPr>
      <a:lvl2pPr marL="573088" indent="-238125" algn="l" defTabSz="457200" rtl="0" eaLnBrk="1" latinLnBrk="0" hangingPunct="1">
        <a:lnSpc>
          <a:spcPct val="110000"/>
        </a:lnSpc>
        <a:spcBef>
          <a:spcPts val="500"/>
        </a:spcBef>
        <a:buClr>
          <a:srgbClr val="E0AC00"/>
        </a:buClr>
        <a:buFont typeface="Wingdings" panose="05000000000000000000" pitchFamily="2" charset="2"/>
        <a:buChar char="l"/>
        <a:defRPr sz="16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2pPr>
      <a:lvl3pPr marL="860425" indent="-182563" algn="l" defTabSz="457200" rtl="0" eaLnBrk="1" latinLnBrk="0" hangingPunct="1">
        <a:lnSpc>
          <a:spcPct val="110000"/>
        </a:lnSpc>
        <a:spcBef>
          <a:spcPts val="300"/>
        </a:spcBef>
        <a:buClr>
          <a:srgbClr val="E0AC00"/>
        </a:buClr>
        <a:buFont typeface="Wingdings" panose="05000000000000000000" pitchFamily="2" charset="2"/>
        <a:buChar char="l"/>
        <a:defRPr sz="14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3pPr>
      <a:lvl4pPr marL="1198563" indent="-225425" algn="l" defTabSz="457200" rtl="0" eaLnBrk="1" latinLnBrk="0" hangingPunct="1">
        <a:lnSpc>
          <a:spcPct val="110000"/>
        </a:lnSpc>
        <a:spcBef>
          <a:spcPts val="10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4pPr>
      <a:lvl5pPr marL="1544638" indent="-228600" algn="l" defTabSz="457200" rtl="0" eaLnBrk="1" latinLnBrk="0" hangingPunct="1">
        <a:lnSpc>
          <a:spcPct val="110000"/>
        </a:lnSpc>
        <a:spcBef>
          <a:spcPts val="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258" y="375829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1355148"/>
            <a:ext cx="8106620" cy="4964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1071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710" r:id="rId24"/>
    <p:sldLayoutId id="2147483711" r:id="rId2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b="0" kern="1200">
          <a:solidFill>
            <a:schemeClr val="tx1">
              <a:lumMod val="50000"/>
            </a:schemeClr>
          </a:solidFill>
          <a:latin typeface="+mj-ea"/>
          <a:ea typeface="+mj-ea"/>
          <a:cs typeface="+mj-cs"/>
        </a:defRPr>
      </a:lvl1pPr>
    </p:titleStyle>
    <p:bodyStyle>
      <a:lvl1pPr marL="225425" indent="-225425" algn="l" defTabSz="457200" rtl="0" eaLnBrk="1" latinLnBrk="0" hangingPunct="1">
        <a:lnSpc>
          <a:spcPct val="110000"/>
        </a:lnSpc>
        <a:spcBef>
          <a:spcPts val="600"/>
        </a:spcBef>
        <a:buClr>
          <a:srgbClr val="E0AC00"/>
        </a:buClr>
        <a:buFont typeface="Wingdings" panose="05000000000000000000" pitchFamily="2" charset="2"/>
        <a:buChar char="l"/>
        <a:defRPr sz="1800" kern="1200">
          <a:solidFill>
            <a:srgbClr val="504B4B"/>
          </a:solidFill>
          <a:latin typeface="+mn-ea"/>
          <a:ea typeface="+mn-ea"/>
          <a:cs typeface="+mn-cs"/>
        </a:defRPr>
      </a:lvl1pPr>
      <a:lvl2pPr marL="573088" indent="-238125" algn="l" defTabSz="457200" rtl="0" eaLnBrk="1" latinLnBrk="0" hangingPunct="1">
        <a:lnSpc>
          <a:spcPct val="110000"/>
        </a:lnSpc>
        <a:spcBef>
          <a:spcPts val="500"/>
        </a:spcBef>
        <a:buClr>
          <a:srgbClr val="E0AC00"/>
        </a:buClr>
        <a:buFont typeface="Wingdings" panose="05000000000000000000" pitchFamily="2" charset="2"/>
        <a:buChar char="l"/>
        <a:defRPr sz="1600" kern="1200">
          <a:solidFill>
            <a:srgbClr val="504B4B"/>
          </a:solidFill>
          <a:latin typeface="+mn-ea"/>
          <a:ea typeface="+mn-ea"/>
          <a:cs typeface="+mn-cs"/>
        </a:defRPr>
      </a:lvl2pPr>
      <a:lvl3pPr marL="860425" indent="-182563" algn="l" defTabSz="457200" rtl="0" eaLnBrk="1" latinLnBrk="0" hangingPunct="1">
        <a:lnSpc>
          <a:spcPct val="110000"/>
        </a:lnSpc>
        <a:spcBef>
          <a:spcPts val="300"/>
        </a:spcBef>
        <a:buClr>
          <a:srgbClr val="E0AC00"/>
        </a:buClr>
        <a:buFont typeface="Wingdings" panose="05000000000000000000" pitchFamily="2" charset="2"/>
        <a:buChar char="l"/>
        <a:defRPr sz="1400" kern="1200">
          <a:solidFill>
            <a:srgbClr val="504B4B"/>
          </a:solidFill>
          <a:latin typeface="+mn-ea"/>
          <a:ea typeface="+mn-ea"/>
          <a:cs typeface="+mn-cs"/>
        </a:defRPr>
      </a:lvl3pPr>
      <a:lvl4pPr marL="1198563" indent="-225425" algn="l" defTabSz="457200" rtl="0" eaLnBrk="1" latinLnBrk="0" hangingPunct="1">
        <a:lnSpc>
          <a:spcPct val="110000"/>
        </a:lnSpc>
        <a:spcBef>
          <a:spcPts val="10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+mn-ea"/>
          <a:ea typeface="+mn-ea"/>
          <a:cs typeface="+mn-cs"/>
        </a:defRPr>
      </a:lvl4pPr>
      <a:lvl5pPr marL="1544638" indent="-228600" algn="l" defTabSz="457200" rtl="0" eaLnBrk="1" latinLnBrk="0" hangingPunct="1">
        <a:lnSpc>
          <a:spcPct val="110000"/>
        </a:lnSpc>
        <a:spcBef>
          <a:spcPts val="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+mn-ea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2224864"/>
            <a:ext cx="9144000" cy="189542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spcBef>
                <a:spcPct val="0"/>
              </a:spcBef>
              <a:buNone/>
              <a:defRPr lang="en-US" sz="4400" b="1" kern="1200" baseline="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pPr algn="ctr"/>
            <a:r>
              <a:rPr lang="ko-KR" altLang="en-US" sz="5400" dirty="0">
                <a:solidFill>
                  <a:srgbClr val="E06361"/>
                </a:solidFill>
              </a:rPr>
              <a:t>첫째마당</a:t>
            </a:r>
            <a:endParaRPr lang="en-US" altLang="ko-KR" sz="5400" dirty="0">
              <a:solidFill>
                <a:srgbClr val="E06361"/>
              </a:solidFill>
            </a:endParaRPr>
          </a:p>
          <a:p>
            <a:pPr algn="ctr"/>
            <a:r>
              <a:rPr lang="ko-KR" altLang="en-US" sz="5400" dirty="0">
                <a:solidFill>
                  <a:schemeClr val="tx2"/>
                </a:solidFill>
              </a:rPr>
              <a:t>딥러닝 시작을 위한 준비 운동</a:t>
            </a:r>
            <a:endParaRPr lang="en-US" sz="5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036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424296" y="375829"/>
            <a:ext cx="8410623" cy="80649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 lvl="0" algn="ctr" defTabSz="457200">
              <a:spcBef>
                <a:spcPct val="0"/>
              </a:spcBef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06361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1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06361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장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해 보자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!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딥러닝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+mj-cs"/>
            </a:endParaRPr>
          </a:p>
        </p:txBody>
      </p:sp>
      <p:cxnSp>
        <p:nvCxnSpPr>
          <p:cNvPr id="5" name="직선 연결선 4"/>
          <p:cNvCxnSpPr/>
          <p:nvPr/>
        </p:nvCxnSpPr>
        <p:spPr>
          <a:xfrm flipV="1">
            <a:off x="2079739" y="1182327"/>
            <a:ext cx="5020017" cy="10452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2159893" y="1643183"/>
            <a:ext cx="4824214" cy="18550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1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인공지능</a:t>
            </a:r>
            <a:r>
              <a:rPr lang="en-US" altLang="ko-KR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?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머신 러닝</a:t>
            </a:r>
            <a:r>
              <a:rPr lang="en-US" altLang="ko-KR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?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</a:t>
            </a:r>
            <a:r>
              <a:rPr lang="en-US" altLang="ko-KR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?</a:t>
            </a: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2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 실행을 위해 필요한 세 가지 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3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구글 </a:t>
            </a:r>
            <a:r>
              <a:rPr lang="ko-KR" altLang="en-US" sz="20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코랩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실행하기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7540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제목 8"/>
          <p:cNvSpPr>
            <a:spLocks noGrp="1"/>
          </p:cNvSpPr>
          <p:nvPr>
            <p:ph type="title"/>
          </p:nvPr>
        </p:nvSpPr>
        <p:spPr>
          <a:xfrm>
            <a:off x="531274" y="2564895"/>
            <a:ext cx="8081453" cy="800724"/>
          </a:xfrm>
        </p:spPr>
        <p:txBody>
          <a:bodyPr/>
          <a:lstStyle/>
          <a:p>
            <a:pPr algn="ctr"/>
            <a:r>
              <a:rPr lang="en-US" altLang="ko-KR" sz="2600" dirty="0"/>
              <a:t>1 </a:t>
            </a:r>
            <a:r>
              <a:rPr lang="ko-KR" altLang="en-US" sz="2600" dirty="0"/>
              <a:t>인공지능</a:t>
            </a:r>
            <a:r>
              <a:rPr lang="en-US" altLang="ko-KR" sz="2600" dirty="0"/>
              <a:t>? </a:t>
            </a:r>
            <a:r>
              <a:rPr lang="ko-KR" altLang="en-US" sz="2600" dirty="0"/>
              <a:t>머신 러닝</a:t>
            </a:r>
            <a:r>
              <a:rPr lang="en-US" altLang="ko-KR" sz="2600" dirty="0"/>
              <a:t>? </a:t>
            </a:r>
            <a:r>
              <a:rPr lang="ko-KR" altLang="en-US" sz="2600" dirty="0"/>
              <a:t>딥러닝</a:t>
            </a:r>
            <a:r>
              <a:rPr lang="en-US" altLang="ko-KR" sz="2600" dirty="0"/>
              <a:t>?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7540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인공지능</a:t>
            </a:r>
            <a:r>
              <a:rPr lang="en-US" altLang="ko-KR" dirty="0">
                <a:latin typeface="KoPub돋움체_Pro Bold" pitchFamily="18" charset="-127"/>
                <a:ea typeface="KoPub돋움체_Pro Bold" pitchFamily="18" charset="-127"/>
              </a:rPr>
              <a:t>?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머신 러닝</a:t>
            </a:r>
            <a:r>
              <a:rPr lang="en-US" altLang="ko-KR" dirty="0">
                <a:latin typeface="KoPub돋움체_Pro Bold" pitchFamily="18" charset="-127"/>
                <a:ea typeface="KoPub돋움체_Pro Bold" pitchFamily="18" charset="-127"/>
              </a:rPr>
              <a:t>?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딥러닝</a:t>
            </a:r>
            <a:r>
              <a:rPr lang="en-US" altLang="ko-KR" dirty="0">
                <a:latin typeface="KoPub돋움체_Pro Bold" pitchFamily="18" charset="-127"/>
                <a:ea typeface="KoPub돋움체_Pro Bold" pitchFamily="18" charset="-127"/>
              </a:rPr>
              <a:t>?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인공지능</a:t>
            </a:r>
            <a:r>
              <a:rPr lang="en-US" altLang="ko-KR" b="1" dirty="0">
                <a:latin typeface="KoPub돋움체_Pro Bold" pitchFamily="18" charset="-127"/>
                <a:ea typeface="KoPub돋움체_Pro Bold" pitchFamily="18" charset="-127"/>
              </a:rPr>
              <a:t>? </a:t>
            </a:r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머신 러닝</a:t>
            </a:r>
            <a:r>
              <a:rPr lang="en-US" altLang="ko-KR" b="1" dirty="0">
                <a:latin typeface="KoPub돋움체_Pro Bold" pitchFamily="18" charset="-127"/>
                <a:ea typeface="KoPub돋움체_Pro Bold" pitchFamily="18" charset="-127"/>
              </a:rPr>
              <a:t>? </a:t>
            </a:r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딥러닝</a:t>
            </a:r>
            <a:r>
              <a:rPr lang="en-US" altLang="ko-KR" b="1" dirty="0">
                <a:latin typeface="KoPub돋움체_Pro Bold" pitchFamily="18" charset="-127"/>
                <a:ea typeface="KoPub돋움체_Pro Bold" pitchFamily="18" charset="-127"/>
              </a:rPr>
              <a:t>?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바야흐로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전성시대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딥러닝이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암을 대신 진단하고 생명 현상의 신비를 풀어내며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각종 산업 전반에 커다란 변화를 가져오고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딥러닝이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어느 날 갑자기 등장한 것은 아님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딥러닝은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사람을 닮은 인공지능을 만들기 위해 수십 년간 지속해 온 노력의 결실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사람이 할 수 있는 것과 유사한 판단을 컴퓨터가 해낼 수 있게끔 인공지능을 연구하던 중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기존의 데이터를 이용해 앞으로 일을 예측하는 ‘머신 러닝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(machine learning)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’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기법이 효과적임을 발견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머신 러닝 안에는 여러 알고리즘이 있는데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중 가장 좋은 효과를 내는 것이 바로 딥러닝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인공지능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머신 러닝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관계를 그림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1-1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과 같이 표현할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423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인공지능</a:t>
            </a:r>
            <a:r>
              <a:rPr lang="en-US" altLang="ko-KR" dirty="0">
                <a:latin typeface="KoPub돋움체_Pro Bold" pitchFamily="18" charset="-127"/>
                <a:ea typeface="KoPub돋움체_Pro Bold" pitchFamily="18" charset="-127"/>
              </a:rPr>
              <a:t>?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머신 러닝</a:t>
            </a:r>
            <a:r>
              <a:rPr lang="en-US" altLang="ko-KR" dirty="0">
                <a:latin typeface="KoPub돋움체_Pro Bold" pitchFamily="18" charset="-127"/>
                <a:ea typeface="KoPub돋움체_Pro Bold" pitchFamily="18" charset="-127"/>
              </a:rPr>
              <a:t>?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딥러닝</a:t>
            </a:r>
            <a:r>
              <a:rPr lang="en-US" altLang="ko-KR" dirty="0">
                <a:latin typeface="KoPub돋움체_Pro Bold" pitchFamily="18" charset="-127"/>
                <a:ea typeface="KoPub돋움체_Pro Bold" pitchFamily="18" charset="-127"/>
              </a:rPr>
              <a:t>?</a:t>
            </a:r>
            <a:endParaRPr lang="ko-KR" altLang="en-US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0A3FEF23-3619-4060-A732-A45A18D27828}"/>
              </a:ext>
            </a:extLst>
          </p:cNvPr>
          <p:cNvSpPr txBox="1">
            <a:spLocks/>
          </p:cNvSpPr>
          <p:nvPr/>
        </p:nvSpPr>
        <p:spPr>
          <a:xfrm>
            <a:off x="597117" y="1530856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1-1 | </a:t>
            </a:r>
            <a:r>
              <a:rPr lang="ko-KR" altLang="en-US" sz="1600" b="1" dirty="0"/>
              <a:t>인공지능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머신 러닝</a:t>
            </a:r>
            <a:r>
              <a:rPr lang="en-US" altLang="ko-KR" sz="1600" b="1" dirty="0"/>
              <a:t>, </a:t>
            </a:r>
            <a:r>
              <a:rPr lang="ko-KR" altLang="en-US" sz="1600" b="1" dirty="0" err="1"/>
              <a:t>딥러닝의</a:t>
            </a:r>
            <a:r>
              <a:rPr lang="ko-KR" altLang="en-US" sz="1600" b="1" dirty="0"/>
              <a:t> 관계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BA61065-5AFA-48A4-AF24-663C0BD2D0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724" y="1988825"/>
            <a:ext cx="4714875" cy="4267200"/>
          </a:xfrm>
          <a:prstGeom prst="rect">
            <a:avLst/>
          </a:prstGeom>
        </p:spPr>
      </p:pic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98F2DDFA-1A6A-6E88-69D1-CBDA4207E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8326" y="2161646"/>
            <a:ext cx="4654199" cy="979319"/>
          </a:xfrm>
        </p:spPr>
        <p:txBody>
          <a:bodyPr/>
          <a:lstStyle/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인공지능의 큰 범주 안에 머신 러닝이 속하고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머신 러닝의 일부분이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딥러닝인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것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11844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제목 8"/>
          <p:cNvSpPr>
            <a:spLocks noGrp="1"/>
          </p:cNvSpPr>
          <p:nvPr>
            <p:ph type="title"/>
          </p:nvPr>
        </p:nvSpPr>
        <p:spPr>
          <a:xfrm>
            <a:off x="531274" y="2564895"/>
            <a:ext cx="8081453" cy="800724"/>
          </a:xfrm>
        </p:spPr>
        <p:txBody>
          <a:bodyPr/>
          <a:lstStyle/>
          <a:p>
            <a:pPr algn="ctr"/>
            <a:r>
              <a:rPr lang="en-US" altLang="ko-KR" sz="2600" dirty="0"/>
              <a:t>2 </a:t>
            </a:r>
            <a:r>
              <a:rPr lang="ko-KR" altLang="en-US" sz="2600" dirty="0"/>
              <a:t>딥러닝 실행을 위해 필요한 세 가지</a:t>
            </a:r>
            <a:endParaRPr lang="en-US" altLang="ko-KR" sz="2600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7411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딥러닝 실행을 위해 필요한 세 가지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딥러닝 실행을 위해 필요한 세 가지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딥러닝을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실행하기 위해 반드시 갖추어야 할 세 가지 준비 사항이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b="1" dirty="0">
                <a:latin typeface="KoPub돋움체_Pro Light" pitchFamily="18" charset="-127"/>
                <a:ea typeface="KoPub돋움체_Pro Light" pitchFamily="18" charset="-127"/>
              </a:rPr>
              <a:t>데이터</a:t>
            </a:r>
            <a:r>
              <a:rPr lang="en-US" altLang="ko-KR" b="1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b="1" dirty="0">
                <a:latin typeface="KoPub돋움체_Pro Light" pitchFamily="18" charset="-127"/>
                <a:ea typeface="KoPub돋움체_Pro Light" pitchFamily="18" charset="-127"/>
              </a:rPr>
              <a:t>컴퓨터</a:t>
            </a:r>
            <a:r>
              <a:rPr lang="en-US" altLang="ko-KR" b="1" dirty="0">
                <a:latin typeface="KoPub돋움체_Pro Light" pitchFamily="18" charset="-127"/>
                <a:ea typeface="KoPub돋움체_Pro Light" pitchFamily="18" charset="-127"/>
              </a:rPr>
              <a:t>,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그리고 </a:t>
            </a:r>
            <a:r>
              <a:rPr lang="ko-KR" altLang="en-US" b="1" dirty="0">
                <a:latin typeface="KoPub돋움체_Pro Light" pitchFamily="18" charset="-127"/>
                <a:ea typeface="KoPub돋움체_Pro Light" pitchFamily="18" charset="-127"/>
              </a:rPr>
              <a:t>프로그램</a:t>
            </a:r>
            <a:endParaRPr lang="en-US" altLang="ko-KR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  </a:t>
            </a:r>
          </a:p>
          <a:p>
            <a:pPr marL="334963" lvl="1" indent="0">
              <a:buNone/>
            </a:pP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ABD6AAF-82B2-44E8-9433-DD75C33339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00367" y="2666861"/>
            <a:ext cx="66088" cy="7625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9E8D392-1600-CC3E-3E87-FF3C8CD811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15" y="2816017"/>
            <a:ext cx="5663646" cy="2054817"/>
          </a:xfrm>
          <a:prstGeom prst="rect">
            <a:avLst/>
          </a:prstGeom>
        </p:spPr>
      </p:pic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C5874A79-2EF0-BF1C-5377-A3B3C6B50205}"/>
              </a:ext>
            </a:extLst>
          </p:cNvPr>
          <p:cNvSpPr txBox="1">
            <a:spLocks/>
          </p:cNvSpPr>
          <p:nvPr/>
        </p:nvSpPr>
        <p:spPr>
          <a:xfrm>
            <a:off x="519252" y="2554468"/>
            <a:ext cx="8105496" cy="69808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8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1pPr>
            <a:lvl2pPr marL="573088" indent="-238125" algn="l" defTabSz="4572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6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2pPr>
            <a:lvl3pPr marL="860425" indent="-182563" algn="l" defTabSz="457200" rtl="0" eaLnBrk="1" latinLnBrk="0" hangingPunct="1">
              <a:lnSpc>
                <a:spcPct val="110000"/>
              </a:lnSpc>
              <a:spcBef>
                <a:spcPts val="30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4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3pPr>
            <a:lvl4pPr marL="1198563" indent="-225425" algn="l" defTabSz="457200" rtl="0" eaLnBrk="1" latinLnBrk="0" hangingPunct="1">
              <a:lnSpc>
                <a:spcPct val="110000"/>
              </a:lnSpc>
              <a:spcBef>
                <a:spcPts val="10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2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4pPr>
            <a:lvl5pPr marL="1544638" indent="-228600" algn="l" defTabSz="457200" rtl="0" eaLnBrk="1" latinLnBrk="0" hangingPunct="1">
              <a:lnSpc>
                <a:spcPct val="110000"/>
              </a:lnSpc>
              <a:spcBef>
                <a:spcPts val="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2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34963" lvl="1" indent="0">
              <a:buFont typeface="Wingdings" panose="05000000000000000000" pitchFamily="2" charset="2"/>
              <a:buNone/>
            </a:pP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   </a:t>
            </a:r>
            <a:r>
              <a:rPr lang="ko-KR" altLang="en-US" b="1" dirty="0">
                <a:latin typeface="KoPub돋움체_Pro Light" pitchFamily="18" charset="-127"/>
                <a:ea typeface="KoPub돋움체_Pro Light" pitchFamily="18" charset="-127"/>
              </a:rPr>
              <a:t>데이터</a:t>
            </a:r>
            <a:endParaRPr lang="en-US" altLang="ko-KR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Font typeface="Wingdings" panose="05000000000000000000" pitchFamily="2" charset="2"/>
              <a:buNone/>
            </a:pPr>
            <a:endParaRPr lang="en-US" altLang="ko-KR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Font typeface="Wingdings" panose="05000000000000000000" pitchFamily="2" charset="2"/>
              <a:buNone/>
            </a:pPr>
            <a:endParaRPr lang="en-US" altLang="ko-KR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Font typeface="Wingdings" panose="05000000000000000000" pitchFamily="2" charset="2"/>
              <a:buNone/>
            </a:pPr>
            <a:endParaRPr lang="en-US" altLang="ko-KR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Font typeface="Wingdings" panose="05000000000000000000" pitchFamily="2" charset="2"/>
              <a:buNone/>
            </a:pPr>
            <a:endParaRPr lang="en-US" altLang="ko-KR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Font typeface="Wingdings" panose="05000000000000000000" pitchFamily="2" charset="2"/>
              <a:buNone/>
            </a:pPr>
            <a:endParaRPr lang="en-US" altLang="ko-KR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Font typeface="Wingdings" panose="05000000000000000000" pitchFamily="2" charset="2"/>
              <a:buNone/>
            </a:pPr>
            <a:endParaRPr lang="en-US" altLang="ko-KR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딥러닝은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데이터를 이용해 예측 또는 판별을 수행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데이터는 이름표가 달려 있는지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?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없는지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?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 따라 두가지 방식으로 나눈다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각각 사진에 ‘개’ 또는 ‘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고양이’라고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이름표가 붙어 있다면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개 사진을 보고 ‘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개’라고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판별하고 고양이 사진을 ‘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고양이’라고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판별하는 딥러닝 모델을 만들 수 있는데 이름표가 주어진 데이터를 이용해 그 이름표를 맞히는 것을 ‘지도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학습’이라고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함</a:t>
            </a:r>
            <a:endParaRPr lang="en-US" altLang="ko-KR" b="1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82464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딥러닝 실행을 위해 필요한 세 가지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딥러닝 실행을 위해 필요한 세 가지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반대로 이름표가 없이 개와 고양이 사진이 그냥 마구잡이로 섞여 있을 때 사진 속에서 개 사진들의 공통적인 특징을 찾아내고 고양이 사진들의 특징을 찾아내 이 두 그룹을 분류해 낼 수 있는데 이렇게 이름표가 없는 데이터를 이용하는 것을 ‘비지도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학습’이라고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685B6939-01F1-D037-4A4E-C7CB38D3071E}"/>
              </a:ext>
            </a:extLst>
          </p:cNvPr>
          <p:cNvSpPr txBox="1">
            <a:spLocks/>
          </p:cNvSpPr>
          <p:nvPr/>
        </p:nvSpPr>
        <p:spPr>
          <a:xfrm>
            <a:off x="481903" y="3025751"/>
            <a:ext cx="8105496" cy="10369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8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1pPr>
            <a:lvl2pPr marL="573088" indent="-238125" algn="l" defTabSz="4572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6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2pPr>
            <a:lvl3pPr marL="860425" indent="-182563" algn="l" defTabSz="457200" rtl="0" eaLnBrk="1" latinLnBrk="0" hangingPunct="1">
              <a:lnSpc>
                <a:spcPct val="110000"/>
              </a:lnSpc>
              <a:spcBef>
                <a:spcPts val="30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4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3pPr>
            <a:lvl4pPr marL="1198563" indent="-225425" algn="l" defTabSz="457200" rtl="0" eaLnBrk="1" latinLnBrk="0" hangingPunct="1">
              <a:lnSpc>
                <a:spcPct val="110000"/>
              </a:lnSpc>
              <a:spcBef>
                <a:spcPts val="10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2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4pPr>
            <a:lvl5pPr marL="1544638" indent="-228600" algn="l" defTabSz="457200" rtl="0" eaLnBrk="1" latinLnBrk="0" hangingPunct="1">
              <a:lnSpc>
                <a:spcPct val="110000"/>
              </a:lnSpc>
              <a:spcBef>
                <a:spcPts val="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2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34963" lvl="1" indent="0">
              <a:buFont typeface="Wingdings" panose="05000000000000000000" pitchFamily="2" charset="2"/>
              <a:buNone/>
            </a:pP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   </a:t>
            </a:r>
            <a:r>
              <a:rPr lang="ko-KR" altLang="en-US" b="1" dirty="0">
                <a:latin typeface="KoPub돋움체_Pro Light" pitchFamily="18" charset="-127"/>
                <a:ea typeface="KoPub돋움체_Pro Light" pitchFamily="18" charset="-127"/>
              </a:rPr>
              <a:t>컴퓨터</a:t>
            </a:r>
            <a:r>
              <a:rPr lang="en-US" altLang="ko-KR" b="1" dirty="0">
                <a:latin typeface="KoPub돋움체_Pro Light" pitchFamily="18" charset="-127"/>
                <a:ea typeface="KoPub돋움체_Pro Light" pitchFamily="18" charset="-127"/>
              </a:rPr>
              <a:t>(CPU? GPU?)</a:t>
            </a: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딥러닝을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일반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CPU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컴퓨터에서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동작시킬지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아니면 고속 그래픽 처리에 특화된 전용 프로세서인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GPU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에서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동작시킬지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선택할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274E587-5888-FE73-E7CF-2B0ABDBD0B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196" y="3127134"/>
            <a:ext cx="123825" cy="14287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F6A85FE-A297-50A9-46BE-6089A093D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80" y="4164060"/>
            <a:ext cx="3744455" cy="229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523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딥러닝 실행을 위해 필요한 세 가지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4" y="1459935"/>
            <a:ext cx="8278317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딥러닝 실행을 위해 필요한 세 가지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   </a:t>
            </a:r>
          </a:p>
          <a:p>
            <a:pPr marL="334963" lvl="1" indent="0">
              <a:buNone/>
            </a:pP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   </a:t>
            </a:r>
            <a:r>
              <a:rPr lang="ko-KR" altLang="en-US" b="1" dirty="0">
                <a:latin typeface="KoPub돋움체_Pro Light" pitchFamily="18" charset="-127"/>
                <a:ea typeface="KoPub돋움체_Pro Light" pitchFamily="18" charset="-127"/>
              </a:rPr>
              <a:t>프로그램</a:t>
            </a:r>
            <a:endParaRPr lang="en-US" altLang="ko-KR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딥러닝을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구동할 수 있게끔 프로그래밍을 하기 위해 주피터노트북과 같은 걸 사용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주피터노트북과 같은 것을 구글에서 만든 것이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코랩이다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프로그래밍에 익숙하지 않아도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수학에 자신이 없어도 구글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코랩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(Google </a:t>
            </a:r>
            <a:r>
              <a:rPr lang="en-US" altLang="ko-KR" dirty="0" err="1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Colab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과 딥러닝 라이브러리를 활용하면 누구나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딥러닝을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어렵지 않게 구현할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ABD6AAF-82B2-44E8-9433-DD75C33339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759" y="1931218"/>
            <a:ext cx="123825" cy="14287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F4FAF4A-C370-18DB-6CFA-810B964ED3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17" y="3392230"/>
            <a:ext cx="4519329" cy="201624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0A25D84-0785-4BE0-E58E-E8D8FF8979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7214" y="4696354"/>
            <a:ext cx="3980415" cy="1938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387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구글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코랩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 실행하기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4" y="1459935"/>
            <a:ext cx="8278317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구글 </a:t>
            </a:r>
            <a:r>
              <a:rPr lang="ko-KR" altLang="en-US" b="1" dirty="0" err="1">
                <a:latin typeface="KoPub돋움체_Pro Bold" pitchFamily="18" charset="-127"/>
                <a:ea typeface="KoPub돋움체_Pro Bold" pitchFamily="18" charset="-127"/>
              </a:rPr>
              <a:t>코랩</a:t>
            </a:r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 실행하기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구글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코랩과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아나콘다 가상 환경을 이용하는 방법의 장단점은 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1-1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과 같음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8C6264B4-2FEF-4D42-9EFB-7C24F7A0E406}"/>
              </a:ext>
            </a:extLst>
          </p:cNvPr>
          <p:cNvSpPr txBox="1">
            <a:spLocks/>
          </p:cNvSpPr>
          <p:nvPr/>
        </p:nvSpPr>
        <p:spPr>
          <a:xfrm>
            <a:off x="597117" y="2279747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표 </a:t>
            </a:r>
            <a:r>
              <a:rPr lang="en-US" altLang="ko-KR" sz="1600" b="1" dirty="0"/>
              <a:t>1-1 | </a:t>
            </a:r>
            <a:r>
              <a:rPr lang="ko-KR" altLang="en-US" sz="1600" b="1" dirty="0"/>
              <a:t>딥러닝 프로그래밍 툴의 장단점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12EEE8D-DF65-4FAF-844D-D7089611E6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724" y="2622502"/>
            <a:ext cx="6553200" cy="221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62712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32">
      <a:dk1>
        <a:srgbClr val="464646"/>
      </a:dk1>
      <a:lt1>
        <a:sysClr val="window" lastClr="FFFFFF"/>
      </a:lt1>
      <a:dk2>
        <a:srgbClr val="474D49"/>
      </a:dk2>
      <a:lt2>
        <a:srgbClr val="EEECE1"/>
      </a:lt2>
      <a:accent1>
        <a:srgbClr val="68676C"/>
      </a:accent1>
      <a:accent2>
        <a:srgbClr val="BA6608"/>
      </a:accent2>
      <a:accent3>
        <a:srgbClr val="2D8F6C"/>
      </a:accent3>
      <a:accent4>
        <a:srgbClr val="8D8D8D"/>
      </a:accent4>
      <a:accent5>
        <a:srgbClr val="A94841"/>
      </a:accent5>
      <a:accent6>
        <a:srgbClr val="7688C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C650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 cap="flat" cmpd="sng" algn="ctr">
          <a:solidFill>
            <a:srgbClr val="BC650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2_Office Theme">
  <a:themeElements>
    <a:clrScheme name="Custom 32">
      <a:dk1>
        <a:srgbClr val="464646"/>
      </a:dk1>
      <a:lt1>
        <a:sysClr val="window" lastClr="FFFFFF"/>
      </a:lt1>
      <a:dk2>
        <a:srgbClr val="474D49"/>
      </a:dk2>
      <a:lt2>
        <a:srgbClr val="EEECE1"/>
      </a:lt2>
      <a:accent1>
        <a:srgbClr val="68676C"/>
      </a:accent1>
      <a:accent2>
        <a:srgbClr val="BA6608"/>
      </a:accent2>
      <a:accent3>
        <a:srgbClr val="2D8F6C"/>
      </a:accent3>
      <a:accent4>
        <a:srgbClr val="8D8D8D"/>
      </a:accent4>
      <a:accent5>
        <a:srgbClr val="A94841"/>
      </a:accent5>
      <a:accent6>
        <a:srgbClr val="7688C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0">
          <a:solidFill>
            <a:srgbClr val="FF0000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 cap="flat" cmpd="sng" algn="ctr">
          <a:solidFill>
            <a:srgbClr val="BC650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1573</TotalTime>
  <Words>462</Words>
  <Application>Microsoft Office PowerPoint</Application>
  <PresentationFormat>화면 슬라이드 쇼(4:3)</PresentationFormat>
  <Paragraphs>53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10</vt:i4>
      </vt:variant>
    </vt:vector>
  </HeadingPairs>
  <TitlesOfParts>
    <vt:vector size="20" baseType="lpstr">
      <vt:lpstr>KoPub돋움체_Pro Bold</vt:lpstr>
      <vt:lpstr>KoPub돋움체_Pro Light</vt:lpstr>
      <vt:lpstr>KoPub돋움체_Pro Medium</vt:lpstr>
      <vt:lpstr>맑은 고딕</vt:lpstr>
      <vt:lpstr>Arial</vt:lpstr>
      <vt:lpstr>Calibri</vt:lpstr>
      <vt:lpstr>Verdana</vt:lpstr>
      <vt:lpstr>Wingdings</vt:lpstr>
      <vt:lpstr>1_Office Theme</vt:lpstr>
      <vt:lpstr>2_Office Theme</vt:lpstr>
      <vt:lpstr>PowerPoint 프레젠테이션</vt:lpstr>
      <vt:lpstr>PowerPoint 프레젠테이션</vt:lpstr>
      <vt:lpstr>1 인공지능? 머신 러닝? 딥러닝?</vt:lpstr>
      <vt:lpstr>1 인공지능? 머신 러닝? 딥러닝?</vt:lpstr>
      <vt:lpstr>1 인공지능? 머신 러닝? 딥러닝?</vt:lpstr>
      <vt:lpstr>2 딥러닝 실행을 위해 필요한 세 가지</vt:lpstr>
      <vt:lpstr>2 딥러닝 실행을 위해 필요한 세 가지</vt:lpstr>
      <vt:lpstr>2 딥러닝 실행을 위해 필요한 세 가지</vt:lpstr>
      <vt:lpstr>2 딥러닝 실행을 위해 필요한 세 가지</vt:lpstr>
      <vt:lpstr>3 구글 코랩 실행하기</vt:lpstr>
    </vt:vector>
  </TitlesOfParts>
  <Company>The National Academies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Megan Ellinger</dc:creator>
  <cp:lastModifiedBy>user</cp:lastModifiedBy>
  <cp:revision>195</cp:revision>
  <cp:lastPrinted>2016-08-10T06:58:55Z</cp:lastPrinted>
  <dcterms:created xsi:type="dcterms:W3CDTF">2013-04-05T19:58:06Z</dcterms:created>
  <dcterms:modified xsi:type="dcterms:W3CDTF">2025-08-22T01:25:13Z</dcterms:modified>
</cp:coreProperties>
</file>