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6"/>
  </p:notesMasterIdLst>
  <p:handoutMasterIdLst>
    <p:handoutMasterId r:id="rId17"/>
  </p:handoutMasterIdLst>
  <p:sldIdLst>
    <p:sldId id="267" r:id="rId3"/>
    <p:sldId id="270" r:id="rId4"/>
    <p:sldId id="272" r:id="rId5"/>
    <p:sldId id="278" r:id="rId6"/>
    <p:sldId id="282" r:id="rId7"/>
    <p:sldId id="283" r:id="rId8"/>
    <p:sldId id="285" r:id="rId9"/>
    <p:sldId id="286" r:id="rId10"/>
    <p:sldId id="287" r:id="rId11"/>
    <p:sldId id="290" r:id="rId12"/>
    <p:sldId id="292" r:id="rId13"/>
    <p:sldId id="307" r:id="rId14"/>
    <p:sldId id="294" r:id="rId15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29" autoAdjust="0"/>
  </p:normalViewPr>
  <p:slideViewPr>
    <p:cSldViewPr showGuides="1">
      <p:cViewPr varScale="1">
        <p:scale>
          <a:sx n="116" d="100"/>
          <a:sy n="116" d="100"/>
        </p:scale>
        <p:origin x="2170" y="82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퍼셉트론은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인간의 뇌처럼 작동하는 것을 만들기 위해서 만들어졌다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.</a:t>
            </a:r>
          </a:p>
          <a:p>
            <a:r>
              <a:rPr lang="ko-KR" altLang="en-US" dirty="0"/>
              <a:t>인간의 뇌는 뉴런이라는 것이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1,000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억 개로 이루어져 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뉴런에 어떠한 자극을 주고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임계값이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넘으면 전달이 되지만 자극에 대한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임계값이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적으면 전달이 되지 않는데 이것을 생각이라고 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회로를 만들어 활성화 함수에 의해  일정한 수준이 되면 참이라고 전달하고 아니면 거짓을 전달하는 것을 만들고 싶었다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가정에서 만들어진 것이 인공 신경망이다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172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퍼셉트론이</a:t>
            </a:r>
            <a:r>
              <a:rPr lang="ko-KR" altLang="en-US" dirty="0"/>
              <a:t> </a:t>
            </a:r>
            <a:r>
              <a:rPr lang="ko-KR" altLang="en-US" dirty="0" err="1"/>
              <a:t>입력값을</a:t>
            </a:r>
            <a:r>
              <a:rPr lang="ko-KR" altLang="en-US" dirty="0"/>
              <a:t> 받고 가중치를 곱하고 바이어스를 더한 </a:t>
            </a:r>
            <a:r>
              <a:rPr lang="ko-KR" altLang="en-US" dirty="0" err="1"/>
              <a:t>가중합</a:t>
            </a:r>
            <a:r>
              <a:rPr lang="ko-KR" altLang="en-US" dirty="0"/>
              <a:t> 값이 </a:t>
            </a:r>
            <a:r>
              <a:rPr lang="ko-KR" altLang="en-US" dirty="0" err="1"/>
              <a:t>실제값과</a:t>
            </a:r>
            <a:r>
              <a:rPr lang="ko-KR" altLang="en-US" dirty="0"/>
              <a:t> 비교를 해서 틀리면 가중치를 업데이트 하고 맞으면 값을 출력한다</a:t>
            </a:r>
            <a:r>
              <a:rPr lang="en-US" altLang="ko-KR" dirty="0"/>
              <a:t>. </a:t>
            </a:r>
            <a:r>
              <a:rPr lang="ko-KR" altLang="en-US" dirty="0"/>
              <a:t>오차가 발생하게 되면 가중치를 업데이트하는 것을 학습이라고 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이모델을</a:t>
            </a:r>
            <a:r>
              <a:rPr lang="ko-KR" altLang="en-US" dirty="0"/>
              <a:t> </a:t>
            </a:r>
            <a:r>
              <a:rPr lang="ko-KR" altLang="en-US" dirty="0" err="1"/>
              <a:t>퍼셉트론이라고</a:t>
            </a:r>
            <a:r>
              <a:rPr lang="ko-KR" altLang="en-US" dirty="0"/>
              <a:t>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그런데 </a:t>
            </a:r>
            <a:r>
              <a:rPr lang="ko-KR" altLang="en-US" dirty="0" err="1"/>
              <a:t>퍼셉트론은</a:t>
            </a:r>
            <a:r>
              <a:rPr lang="ko-KR" altLang="en-US" dirty="0"/>
              <a:t> 문제가 선을 하나만을 구하는 것이 아니라 여러 개가 나올 수 있다 그래서 모델이 </a:t>
            </a:r>
            <a:r>
              <a:rPr lang="ko-KR" altLang="en-US" dirty="0" err="1"/>
              <a:t>불안전해진다는</a:t>
            </a:r>
            <a:r>
              <a:rPr lang="ko-KR" altLang="en-US" dirty="0"/>
              <a:t> 것이다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그래서 가중치합에 </a:t>
            </a:r>
            <a:r>
              <a:rPr lang="ko-KR" altLang="en-US" dirty="0" err="1"/>
              <a:t>경사하강법을</a:t>
            </a:r>
            <a:r>
              <a:rPr lang="ko-KR" altLang="en-US" dirty="0"/>
              <a:t> 사용한후 오차가 있으면 가중치를 업데이트를 하게 만들었다</a:t>
            </a:r>
            <a:r>
              <a:rPr lang="en-US" altLang="ko-KR" dirty="0"/>
              <a:t>. </a:t>
            </a:r>
            <a:r>
              <a:rPr lang="ko-KR" altLang="en-US" dirty="0"/>
              <a:t>그렇게 하므로 선형회귀선을 하나만 만들 수 있게 되었다</a:t>
            </a:r>
            <a:r>
              <a:rPr lang="en-US" altLang="ko-KR" dirty="0"/>
              <a:t>.</a:t>
            </a:r>
            <a:r>
              <a:rPr lang="ko-KR" altLang="en-US" dirty="0"/>
              <a:t> 이것을 </a:t>
            </a:r>
            <a:r>
              <a:rPr lang="ko-KR" altLang="en-US" dirty="0" err="1"/>
              <a:t>아달라인이러고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622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아달라인에서</a:t>
            </a:r>
            <a:r>
              <a:rPr lang="ko-KR" altLang="en-US" dirty="0"/>
              <a:t> </a:t>
            </a:r>
            <a:r>
              <a:rPr lang="ko-KR" altLang="en-US" dirty="0" err="1"/>
              <a:t>시그모이드를</a:t>
            </a:r>
            <a:r>
              <a:rPr lang="ko-KR" altLang="en-US" dirty="0"/>
              <a:t> 추가하여 사용하게 된 것이 로지스틱 모델이 나오게 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63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Xor</a:t>
            </a:r>
            <a:r>
              <a:rPr lang="ko-KR" altLang="en-US" dirty="0"/>
              <a:t>인경우에는 선을</a:t>
            </a:r>
            <a:r>
              <a:rPr lang="en-US" altLang="ko-KR" dirty="0"/>
              <a:t> </a:t>
            </a:r>
            <a:r>
              <a:rPr lang="ko-KR" altLang="en-US" dirty="0"/>
              <a:t>그을 수 없는 문제가 발생한다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79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셋째마당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 err="1">
                <a:solidFill>
                  <a:schemeClr val="tx2"/>
                </a:solidFill>
              </a:rPr>
              <a:t>딥러닝의</a:t>
            </a:r>
            <a:r>
              <a:rPr lang="ko-KR" altLang="en-US" sz="5400" dirty="0">
                <a:solidFill>
                  <a:schemeClr val="tx2"/>
                </a:solidFill>
              </a:rPr>
              <a:t> 시작</a:t>
            </a:r>
            <a:r>
              <a:rPr lang="en-US" altLang="ko-KR" sz="5400" dirty="0">
                <a:solidFill>
                  <a:schemeClr val="tx2"/>
                </a:solidFill>
              </a:rPr>
              <a:t>, </a:t>
            </a:r>
            <a:r>
              <a:rPr lang="ko-KR" altLang="en-US" sz="5400" dirty="0">
                <a:solidFill>
                  <a:schemeClr val="tx2"/>
                </a:solidFill>
              </a:rPr>
              <a:t>신경망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7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퍼셉트론과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 인공지능의 시작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185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인공지능의 시작을 알린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과제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인공지능의 시작을 알린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인공지능의 시작을 알린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퍼셉트론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C325D2B-6D4E-4595-A712-6750848325DB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7-1 | </a:t>
            </a:r>
            <a:r>
              <a:rPr lang="ko-KR" altLang="en-US" sz="1600" b="1" dirty="0"/>
              <a:t>뉴런의 신호 전달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DD7F0E5-3176-430B-9D4B-3A3707CE9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42315"/>
            <a:ext cx="4676775" cy="1285875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FB86E317-39C7-0561-220B-B6D4984D3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3601821"/>
            <a:ext cx="8105496" cy="2880350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인공지능의 시작을 알린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퍼셉트론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맨 처음 시작은 ‘켜고 끄는 기능이 있는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신경’을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그물망 형태로 연결하면 사람의 뇌처럼 동작할 수 있다는 가능성을 처음으로 주장한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맥컬럭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월터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피츠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(McCulloch-Walter Pitts)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1943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 논문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1957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미국의 신경 생물학자 프랑크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로젠블랫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(Frank Rosenblatt)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이 개념을 실제 장치로 만들어 선보임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이것의 이름이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(perceptron)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04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인공지능의 시작을 알린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퍼셉트론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1927A4F9-C03D-448F-B57C-115744E238CC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7-2 | </a:t>
            </a:r>
            <a:r>
              <a:rPr lang="ko-KR" altLang="en-US" sz="1600" b="1" dirty="0" err="1"/>
              <a:t>퍼셉트론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아달라인</a:t>
            </a:r>
            <a:r>
              <a:rPr lang="ko-KR" altLang="en-US" sz="1600" b="1" dirty="0"/>
              <a:t> 그리고 로지스틱 회귀 모델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76F18D9-621F-4AF6-8F69-F0BCD1278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1949511"/>
            <a:ext cx="69723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인공지능의 시작을 알린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퍼셉트론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163626-D606-427B-A641-8B605CDEB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45" y="1643183"/>
            <a:ext cx="54578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3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과제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56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퍼셉트론의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과제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퍼셉트론의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과제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완성되고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아달라인에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의해 보완되며 드디어 현실 세계의 다양한 문제를 해결하는 인공지능이 개발될 것으로 기대했음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곧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한계가 보고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한계가 무엇이었는지 알고 이를 극복하는 과정을 이해하는 것은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우리에게도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매우 중요함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이것을 해결한 것이 바로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지금부터는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한계와 이를 해결하는 과정을 보며 신경망의 기본 개념을 확립해 보자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264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퍼셉트론의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과제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DBEAD84-6F8E-4D09-B776-2FDE95BB805D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7-3 | </a:t>
            </a:r>
            <a:r>
              <a:rPr lang="ko-KR" altLang="en-US" sz="1600" b="1" dirty="0"/>
              <a:t>사각형 종이에 놓인 검은색 점 두 개와 흰색 점 두 개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3299C0-5B24-44C5-AB31-16E0A2A73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81" y="1889049"/>
            <a:ext cx="1495425" cy="14192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EDA9A03-D5DB-5FC9-9B7E-CD0999C5A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438" y="1816004"/>
            <a:ext cx="2324100" cy="19431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B7067C0-7676-2AB6-711C-A9247854F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89" y="3853198"/>
            <a:ext cx="8163102" cy="2917007"/>
          </a:xfrm>
        </p:spPr>
        <p:txBody>
          <a:bodyPr>
            <a:normAutofit/>
          </a:bodyPr>
          <a:lstStyle/>
          <a:p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퍼셉트론의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과제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완성되고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아달라인에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의해 보완되며 드디어 현실 세계의 다양한 문제를 해결하는 인공지능이 개발될 것으로 기대했다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한계를 알게 되었고 이것을 해결한 것이 바로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사각형 종이에 검은색 점 두 개와 흰색 점 두 개가 놓여 있을 때  네 점 사이에 직선을 하나 긋는다고 하면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직선의 한쪽 편에는 검은색 점만 있고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다른 한쪽에는 흰색 점만 있게끔 선을 그을 수 없다는 문제가 발생한다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한계였다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</a:p>
          <a:p>
            <a:pPr lvl="1"/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그래서 이것을 해결하는 방법이 </a:t>
            </a:r>
            <a:r>
              <a:rPr lang="en-US" altLang="ko-KR" b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XO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R</a:t>
            </a:r>
            <a:r>
              <a:rPr lang="en-US" altLang="ko-KR" b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문제이다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029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XOR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562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XOR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문제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E69F61-6F4E-4DD5-9268-ECF5835EB7E3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7-5 | AND, OR, XOR </a:t>
            </a:r>
            <a:r>
              <a:rPr lang="ko-KR" altLang="en-US" sz="1600" b="1" dirty="0"/>
              <a:t>게이트에 대한 </a:t>
            </a:r>
            <a:r>
              <a:rPr lang="ko-KR" altLang="en-US" sz="1600" b="1" dirty="0" err="1"/>
              <a:t>진리표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362BDF-A4A1-4AE0-A786-5AE17EDC2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864" y="1873611"/>
            <a:ext cx="4981575" cy="27336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DCE9F38-06C8-355B-8ED2-4B024BEE6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043" y="4753961"/>
            <a:ext cx="50387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02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코딩으로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 해결하기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CD6C1FF-D45C-4166-A116-A6D2C5882B0A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8-7 | </a:t>
            </a:r>
            <a:r>
              <a:rPr lang="ko-KR" altLang="en-US" sz="1600" b="1" dirty="0"/>
              <a:t>한눈에 보는 인공지능의 역사</a:t>
            </a:r>
            <a:r>
              <a:rPr lang="en-US" altLang="ko-KR" sz="1600" b="1" dirty="0"/>
              <a:t>: </a:t>
            </a:r>
            <a:r>
              <a:rPr lang="ko-KR" altLang="en-US" sz="1600" b="1" dirty="0" err="1"/>
              <a:t>퍼셉트론에서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딥러닝까지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1A685D-9196-4230-9E87-06DB41C63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04" y="1928331"/>
            <a:ext cx="6916260" cy="40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6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XOR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문제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XOR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문제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AND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게이트는 직선을 그어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결괏값이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 값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검은색 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구별할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XOR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경우 선을 그어 구분할 수 없음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인공지능 분야의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선구자였던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MIT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마빈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민스키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(Marvin Minsky)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교수가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1969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년에 발표한 “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퍼셉트론즈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Perceptrons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”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논문에 나오는 내용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뉴런 → 신경망 →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지능’이라는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도식에 따라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→ 인공 신경망 →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인공지능’이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가능하리라 꿈꾸었던 당시 사람들은 이것이 생각처럼 쉽지 않다는 사실을 깨닫게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알고 보니 간단한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문제조차 해결할 수 없었던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논문 이후 인공지능 연구가 한동안 침체기를 겪게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문제는 두 가지 방법이 순차적으로 개발되면서 해결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하나는 다층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(multilayer perceptron)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그리고 또 하나는 오차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역전파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(back propagation)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28064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2559</TotalTime>
  <Words>605</Words>
  <Application>Microsoft Office PowerPoint</Application>
  <PresentationFormat>화면 슬라이드 쇼(4:3)</PresentationFormat>
  <Paragraphs>66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PowerPoint 프레젠테이션</vt:lpstr>
      <vt:lpstr>1 인공지능의 시작을 알린 퍼셉트론</vt:lpstr>
      <vt:lpstr>1 인공지능의 시작을 알린 퍼셉트론</vt:lpstr>
      <vt:lpstr>1 인공지능의 시작을 알린 퍼셉트론</vt:lpstr>
      <vt:lpstr>PowerPoint 프레젠테이션</vt:lpstr>
      <vt:lpstr>2 퍼셉트론의 과제</vt:lpstr>
      <vt:lpstr>2 퍼셉트론의 과제</vt:lpstr>
      <vt:lpstr>PowerPoint 프레젠테이션</vt:lpstr>
      <vt:lpstr>3 XOR 문제</vt:lpstr>
      <vt:lpstr>4 코딩으로 XOR 문제 해결하기</vt:lpstr>
      <vt:lpstr>3 XOR 문제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366</cp:revision>
  <cp:lastPrinted>2016-08-10T06:58:55Z</cp:lastPrinted>
  <dcterms:created xsi:type="dcterms:W3CDTF">2013-04-05T19:58:06Z</dcterms:created>
  <dcterms:modified xsi:type="dcterms:W3CDTF">2025-06-23T06:41:46Z</dcterms:modified>
</cp:coreProperties>
</file>