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1"/>
  </p:notesMasterIdLst>
  <p:handoutMasterIdLst>
    <p:handoutMasterId r:id="rId12"/>
  </p:handoutMasterIdLst>
  <p:sldIdLst>
    <p:sldId id="267" r:id="rId3"/>
    <p:sldId id="270" r:id="rId4"/>
    <p:sldId id="272" r:id="rId5"/>
    <p:sldId id="268" r:id="rId6"/>
    <p:sldId id="277" r:id="rId7"/>
    <p:sldId id="304" r:id="rId8"/>
    <p:sldId id="280" r:id="rId9"/>
    <p:sldId id="305" r:id="rId1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05" autoAdjust="0"/>
  </p:normalViewPr>
  <p:slideViewPr>
    <p:cSldViewPr showGuides="1">
      <p:cViewPr varScale="1">
        <p:scale>
          <a:sx n="113" d="100"/>
          <a:sy n="113" d="100"/>
        </p:scale>
        <p:origin x="2256" y="75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프로그램은 데이터에 맞는 프로그램을 짜서 데이터를 그 프로그램에 넣은 다음 답을 얻는 방식이었다면</a:t>
            </a:r>
            <a:endParaRPr lang="en-US" altLang="ko-KR" dirty="0"/>
          </a:p>
          <a:p>
            <a:r>
              <a:rPr lang="ko-KR" altLang="en-US" dirty="0" err="1"/>
              <a:t>머신러닝은</a:t>
            </a:r>
            <a:r>
              <a:rPr lang="ko-KR" altLang="en-US" dirty="0"/>
              <a:t> 데이터와 답을 알려주고 규칙을 찾아내는 방식이라고 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수술내용과  결과를 먼저 알려주는 방식으로 데이터와 답을 먼저 알려주고 규칙을 찾아내는 방식이다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그러므로 새로운 데이터가 있을 때 이 데이터를 규칙 안에 넣으면 어떠한 결과가 나오는지 예측할 수 있다는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머신러닝은</a:t>
            </a:r>
            <a:r>
              <a:rPr lang="ko-KR" altLang="en-US" dirty="0"/>
              <a:t> 데이터와 답을 먼저주면 규칙을 찾아내서 예측을 하는 방법이다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07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환자의 진료 기록과 수술의 </a:t>
            </a:r>
            <a:r>
              <a:rPr lang="ko-KR" altLang="en-US" dirty="0" err="1"/>
              <a:t>사망했는지의</a:t>
            </a:r>
            <a:r>
              <a:rPr lang="ko-KR" altLang="en-US" dirty="0"/>
              <a:t> 여부 </a:t>
            </a:r>
            <a:r>
              <a:rPr lang="ko-KR" altLang="en-US" dirty="0" err="1"/>
              <a:t>생존했지의</a:t>
            </a:r>
            <a:r>
              <a:rPr lang="ko-KR" altLang="en-US" dirty="0"/>
              <a:t> 여부를  </a:t>
            </a:r>
            <a:r>
              <a:rPr lang="ko-KR" altLang="en-US" dirty="0" err="1"/>
              <a:t>머신러닝에게</a:t>
            </a:r>
            <a:r>
              <a:rPr lang="ko-KR" altLang="en-US" dirty="0"/>
              <a:t> 학습을 시킨다</a:t>
            </a:r>
            <a:r>
              <a:rPr lang="en-US" altLang="ko-KR" dirty="0"/>
              <a:t>. </a:t>
            </a:r>
            <a:r>
              <a:rPr lang="ko-KR" altLang="en-US" dirty="0"/>
              <a:t>그러면 위 그래프처럼 성공한 데이터와 사망한 데이터의 위치를 발견하면 그것이 규칙이 될 것이다</a:t>
            </a:r>
            <a:r>
              <a:rPr lang="en-US" altLang="ko-KR" dirty="0"/>
              <a:t>.. </a:t>
            </a:r>
            <a:r>
              <a:rPr lang="ko-KR" altLang="en-US" dirty="0"/>
              <a:t>그래서  새로운 환자의 데이터가 어느 영역에 위치하는 지를 알 수 있다면 사망할 것인지 생존 할 것인지를 예측할 수 있다는 것이다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더 정확한 선을 긋기 위한 여러 가지 노력이 계속되어 왔고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결과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(perceptron)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아달라인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adaline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선형 회귀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(linear regression)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등을 지나 오늘날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탄생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20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6/24/2025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SoongMoo/deeplearning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첫째마당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시작을 위한 준비 운동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2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딥러닝의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 핵심 미리 보기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079739" y="1182327"/>
            <a:ext cx="5020017" cy="10452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4824214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미지의 일을 예측하는 원리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코드 실행해 보기 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개괄하기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이제부터가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진짜 딥러닝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1 </a:t>
            </a:r>
            <a:r>
              <a:rPr lang="ko-KR" altLang="en-US" sz="2600" dirty="0"/>
              <a:t>미지의 일을 예측하는 원리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미지의 일을 예측하는 원리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미지의 일을 예측하는 원리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96494B-09B0-498F-8E2D-FC5B9351D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23" y="1931218"/>
            <a:ext cx="3771900" cy="2857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B76AD0-4480-94EA-9DCC-4A462AA3D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189" y="3419688"/>
            <a:ext cx="38957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미지의 일을 예측하는 원리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85C4A8-3542-4492-B397-79892EA22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8" y="1470362"/>
            <a:ext cx="6724650" cy="2695575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7ED00472-B982-E3BB-6852-C916A3E60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35" y="4177891"/>
            <a:ext cx="8105496" cy="2695575"/>
          </a:xfrm>
        </p:spPr>
        <p:txBody>
          <a:bodyPr>
            <a:normAutofit fontScale="92500"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미지의 일을 예측하는 원리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/>
              <a:t>환자의 진료 기록과 수술의 </a:t>
            </a:r>
            <a:r>
              <a:rPr lang="ko-KR" altLang="en-US" dirty="0" err="1"/>
              <a:t>사망했는지의</a:t>
            </a:r>
            <a:r>
              <a:rPr lang="ko-KR" altLang="en-US" dirty="0"/>
              <a:t> 여부 </a:t>
            </a:r>
            <a:r>
              <a:rPr lang="ko-KR" altLang="en-US" dirty="0" err="1"/>
              <a:t>생존했지의</a:t>
            </a:r>
            <a:r>
              <a:rPr lang="ko-KR" altLang="en-US" dirty="0"/>
              <a:t> 여부를  </a:t>
            </a:r>
            <a:r>
              <a:rPr lang="ko-KR" altLang="en-US" dirty="0" err="1"/>
              <a:t>머신러닝에게</a:t>
            </a:r>
            <a:r>
              <a:rPr lang="ko-KR" altLang="en-US" dirty="0"/>
              <a:t> 학습을 시킴</a:t>
            </a:r>
            <a:endParaRPr lang="en-US" altLang="ko-KR" dirty="0"/>
          </a:p>
          <a:p>
            <a:pPr lvl="1"/>
            <a:r>
              <a:rPr lang="ko-KR" altLang="en-US" dirty="0"/>
              <a:t>위 그래프처럼 성공한 데이터와 사망한 데이터의 위치를 발견하면 그것이 규칙이 됨</a:t>
            </a:r>
            <a:endParaRPr lang="en-US" altLang="ko-KR" dirty="0"/>
          </a:p>
          <a:p>
            <a:pPr lvl="1"/>
            <a:r>
              <a:rPr lang="ko-KR" altLang="en-US" dirty="0"/>
              <a:t>새로운 환자의 데이터가 어느 영역에 위치하는 지를 알 수 있다면 사망할 것인지 생존 할 것인지를 예측할 수 있다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더 정확한 선을 긋기 위한 여러 가지 노력이 계속되어 왔고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결과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(perceptron)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아달라인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adaline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선형 회귀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(linear regression)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등을 지나 오늘날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탄생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22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4317-ACEE-86CD-221C-BCAE97FD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76623-20E8-2FD9-AB0E-734B6A11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딥러닝 개괄하기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3BAE403-849E-13C6-94D0-E16B84BF9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딥러닝 개괄하기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목적지까지 이동시켜 주는 비행기라면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조종사에 해당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활용하면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거의 모든 작업을 쉽게 처리할 수 있음</a:t>
            </a:r>
            <a:endParaRPr lang="ko-KR" altLang="en-US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A0A7E61-F57B-D4D0-CDBF-DAF1E94605A5}"/>
              </a:ext>
            </a:extLst>
          </p:cNvPr>
          <p:cNvSpPr txBox="1">
            <a:spLocks/>
          </p:cNvSpPr>
          <p:nvPr/>
        </p:nvSpPr>
        <p:spPr>
          <a:xfrm>
            <a:off x="1099107" y="2622502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2-16 | </a:t>
            </a:r>
            <a:r>
              <a:rPr lang="ko-KR" altLang="en-US" sz="1600" b="1" dirty="0" err="1"/>
              <a:t>텐서플로와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케라스의</a:t>
            </a:r>
            <a:r>
              <a:rPr lang="ko-KR" altLang="en-US" sz="1600" b="1" dirty="0"/>
              <a:t> 관계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D4EFE4-F6DF-B774-7368-6D507751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7" y="3072606"/>
            <a:ext cx="4829175" cy="22574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98A5857-E6F9-3C77-98BE-F8B811D7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833" y="3620034"/>
            <a:ext cx="605841" cy="6444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8A8119D-8988-91DB-BBD2-F176EEA1E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52" y="4485158"/>
            <a:ext cx="498078" cy="47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1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2 </a:t>
            </a:r>
            <a:r>
              <a:rPr lang="ko-KR" altLang="en-US" sz="2600" dirty="0"/>
              <a:t>딥러닝 코드 실행해 보기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35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78654" y="1816004"/>
            <a:ext cx="8986692" cy="2131459"/>
          </a:xfrm>
        </p:spPr>
        <p:txBody>
          <a:bodyPr/>
          <a:lstStyle/>
          <a:p>
            <a:pPr algn="ctr"/>
            <a:br>
              <a:rPr lang="en-US" altLang="ko-KR" sz="2600" dirty="0"/>
            </a:br>
            <a:br>
              <a:rPr lang="en-US" altLang="ko-KR" sz="2600" dirty="0"/>
            </a:br>
            <a:br>
              <a:rPr lang="en-US" altLang="ko-KR" sz="2600" dirty="0"/>
            </a:br>
            <a:br>
              <a:rPr lang="en-US" altLang="ko-KR" sz="2600" dirty="0"/>
            </a:br>
            <a:br>
              <a:rPr lang="en-US" altLang="ko-KR" sz="2600" dirty="0"/>
            </a:br>
            <a:br>
              <a:rPr lang="en-US" altLang="ko-KR" sz="2600" dirty="0"/>
            </a:br>
            <a:br>
              <a:rPr lang="en-US" altLang="ko-KR" sz="2600" dirty="0"/>
            </a:br>
            <a:br>
              <a:rPr lang="en-US" altLang="ko-KR" sz="2600" dirty="0"/>
            </a:br>
            <a:r>
              <a:rPr lang="ko-KR" altLang="en-US" sz="2600" dirty="0" err="1"/>
              <a:t>코랩</a:t>
            </a:r>
            <a:r>
              <a:rPr lang="ko-KR" altLang="en-US" sz="2600" dirty="0"/>
              <a:t> 창에서 명령을 실행 시켜 </a:t>
            </a:r>
            <a:r>
              <a:rPr lang="en-US" altLang="ko-KR" sz="2600" dirty="0"/>
              <a:t>data</a:t>
            </a:r>
            <a:r>
              <a:rPr lang="ko-KR" altLang="en-US" sz="2600" dirty="0"/>
              <a:t>를 받아온다</a:t>
            </a:r>
            <a:r>
              <a:rPr lang="en-US" altLang="ko-KR" sz="2600" dirty="0"/>
              <a:t>.</a:t>
            </a:r>
            <a:br>
              <a:rPr lang="en-US" altLang="ko-KR" sz="2600" dirty="0"/>
            </a:br>
            <a:br>
              <a:rPr lang="en-US" altLang="ko-KR" sz="2600" dirty="0"/>
            </a:br>
            <a:r>
              <a:rPr lang="en-US" altLang="ko-KR" sz="2600" dirty="0"/>
              <a:t>!git clone </a:t>
            </a:r>
            <a:r>
              <a:rPr lang="en-US" altLang="ko-KR" sz="2600" dirty="0">
                <a:hlinkClick r:id="rId2"/>
              </a:rPr>
              <a:t>https://github.com/SoongMoo/data.git</a:t>
            </a:r>
            <a:br>
              <a:rPr lang="en-US" altLang="ko-KR" sz="2600" dirty="0"/>
            </a:br>
            <a:br>
              <a:rPr lang="en-US" altLang="ko-KR" sz="2600" dirty="0"/>
            </a:br>
            <a:r>
              <a:rPr lang="ko-KR" altLang="en-US" sz="2600" dirty="0" err="1"/>
              <a:t>코랩이</a:t>
            </a:r>
            <a:r>
              <a:rPr lang="ko-KR" altLang="en-US" sz="2600" dirty="0"/>
              <a:t> 아니라 주피터를 사용할 경우 </a:t>
            </a:r>
            <a:r>
              <a:rPr lang="en-US" altLang="ko-KR" sz="2600" dirty="0"/>
              <a:t>git </a:t>
            </a:r>
            <a:r>
              <a:rPr lang="ko-KR" altLang="en-US" sz="2600" dirty="0"/>
              <a:t>명령을 설치</a:t>
            </a:r>
            <a:br>
              <a:rPr lang="en-US" altLang="ko-KR" sz="2600" dirty="0"/>
            </a:br>
            <a:r>
              <a:rPr lang="en-US" altLang="ko-KR" sz="2600" dirty="0"/>
              <a:t>https://git-scm.com/downloads/win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F8BB9D-22DC-0294-D76C-D29FD02ED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471" y="4062677"/>
            <a:ext cx="5299844" cy="25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068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1957</TotalTime>
  <Words>365</Words>
  <Application>Microsoft Office PowerPoint</Application>
  <PresentationFormat>화면 슬라이드 쇼(4:3)</PresentationFormat>
  <Paragraphs>37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1 미지의 일을 예측하는 원리</vt:lpstr>
      <vt:lpstr>1 미지의 일을 예측하는 원리</vt:lpstr>
      <vt:lpstr>1 미지의 일을 예측하는 원리</vt:lpstr>
      <vt:lpstr>3 딥러닝 개괄하기</vt:lpstr>
      <vt:lpstr>2 딥러닝 코드 실행해 보기</vt:lpstr>
      <vt:lpstr>        코랩 창에서 명령을 실행 시켜 data를 받아온다.  !git clone https://github.com/SoongMoo/data.git  코랩이 아니라 주피터를 사용할 경우 git 명령을 설치 https://git-scm.com/downloads/win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243</cp:revision>
  <cp:lastPrinted>2016-08-10T06:58:55Z</cp:lastPrinted>
  <dcterms:created xsi:type="dcterms:W3CDTF">2013-04-05T19:58:06Z</dcterms:created>
  <dcterms:modified xsi:type="dcterms:W3CDTF">2025-06-24T05:31:32Z</dcterms:modified>
</cp:coreProperties>
</file>