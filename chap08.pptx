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4"/>
  </p:notesMasterIdLst>
  <p:handoutMasterIdLst>
    <p:handoutMasterId r:id="rId15"/>
  </p:handoutMasterIdLst>
  <p:sldIdLst>
    <p:sldId id="267" r:id="rId3"/>
    <p:sldId id="270" r:id="rId4"/>
    <p:sldId id="272" r:id="rId5"/>
    <p:sldId id="277" r:id="rId6"/>
    <p:sldId id="279" r:id="rId7"/>
    <p:sldId id="282" r:id="rId8"/>
    <p:sldId id="281" r:id="rId9"/>
    <p:sldId id="284" r:id="rId10"/>
    <p:sldId id="285" r:id="rId11"/>
    <p:sldId id="291" r:id="rId12"/>
    <p:sldId id="292" r:id="rId13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587" autoAdjust="0"/>
  </p:normalViewPr>
  <p:slideViewPr>
    <p:cSldViewPr showGuides="1">
      <p:cViewPr varScale="1">
        <p:scale>
          <a:sx n="118" d="100"/>
          <a:sy n="118" d="100"/>
        </p:scale>
        <p:origin x="2102" y="62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56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9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셋째마당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 err="1">
                <a:solidFill>
                  <a:schemeClr val="tx2"/>
                </a:solidFill>
              </a:rPr>
              <a:t>딥러닝의</a:t>
            </a:r>
            <a:r>
              <a:rPr lang="ko-KR" altLang="en-US" sz="5400" dirty="0">
                <a:solidFill>
                  <a:schemeClr val="tx2"/>
                </a:solidFill>
              </a:rPr>
              <a:t> 시작</a:t>
            </a:r>
            <a:r>
              <a:rPr lang="en-US" altLang="ko-KR" sz="5400" dirty="0">
                <a:solidFill>
                  <a:schemeClr val="tx2"/>
                </a:solidFill>
              </a:rPr>
              <a:t>, </a:t>
            </a:r>
            <a:r>
              <a:rPr lang="ko-KR" altLang="en-US" sz="5400" dirty="0">
                <a:solidFill>
                  <a:schemeClr val="tx2"/>
                </a:solidFill>
              </a:rPr>
              <a:t>신경망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8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다층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퍼셉트론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2470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설계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문제의 해결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코딩으로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 해결하기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2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13307" y="3015324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종이 위에 각각 엇갈려 놓인 검은색 점 두 개와 흰색 점 두 개를 하나의 선으로는 구별할 수 없다는 것을 살펴보았습니다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언뜻 보기에 해답이 없어 보이는 이 문제를 해결하려면 새로운 접근이 필요하다는 것입니다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성냥개비 여섯 개로 정삼각형 네 개를 만들라는 문제가 있을 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평면에서만 해결하려는 고정 관념을 깨고 피라미드 모양으로 성냥개비를 쌓아 올리니 해결할 수 있듯이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28C0AC6-AA09-4AB5-A4D7-BE5C44E20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5532413"/>
            <a:ext cx="5314950" cy="1295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7F4E59E-C5C4-6927-34C8-A491B0E29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10" y="1440844"/>
            <a:ext cx="1495425" cy="14192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25F417C-160B-2FFB-5CB0-009BA7486B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467" y="1367799"/>
            <a:ext cx="2324100" cy="1943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62BA11-DADF-6F84-EE4A-414B23F2B0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852" y="5275012"/>
            <a:ext cx="1669678" cy="15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04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34540" y="3566511"/>
            <a:ext cx="8105496" cy="2605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앞에 예시처럼 주어진 구조를 변경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 아래 그림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처럼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평면을 휘게 되면 두개의 선이 만들어짐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문제에 적용하면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두 개를 한 번에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계산’하면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된다는 결론에 이름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그래서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두 개를 각각 처리하는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은닉층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(hidden layer)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것을 만들게 되었다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680CC15-9038-4E0D-A3D6-565953E76929}"/>
              </a:ext>
            </a:extLst>
          </p:cNvPr>
          <p:cNvSpPr txBox="1">
            <a:spLocks/>
          </p:cNvSpPr>
          <p:nvPr/>
        </p:nvSpPr>
        <p:spPr>
          <a:xfrm>
            <a:off x="481903" y="1467452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8-3 | XOR </a:t>
            </a:r>
            <a:r>
              <a:rPr lang="ko-KR" altLang="en-US" sz="1600" b="1" dirty="0"/>
              <a:t>문제의 해결은 평면을 휘어 주는 것</a:t>
            </a:r>
            <a:r>
              <a:rPr lang="en-US" altLang="ko-KR" sz="1600" b="1" dirty="0"/>
              <a:t>!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42D345-5537-4191-A488-94D7DD6F2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867814"/>
            <a:ext cx="62674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49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927187-1F42-48D9-9765-10A5E7E5A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585576"/>
            <a:ext cx="7067550" cy="2638425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295832F4-6AD5-96B8-69E6-F7F2D8C24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31" y="4581140"/>
            <a:ext cx="8105775" cy="4965700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파란색 라인의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있고 빨간색 라인의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두개의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결과에 의해 또 하나의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가동을 하게 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은닉층을 두므로 두개의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실행되게 되었고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XOR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문제를 해결할 수 있게 된 것이다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716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680CC15-9038-4E0D-A3D6-565953E76929}"/>
              </a:ext>
            </a:extLst>
          </p:cNvPr>
          <p:cNvSpPr txBox="1">
            <a:spLocks/>
          </p:cNvSpPr>
          <p:nvPr/>
        </p:nvSpPr>
        <p:spPr>
          <a:xfrm>
            <a:off x="597117" y="1412755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8-4 | </a:t>
            </a:r>
            <a:r>
              <a:rPr lang="ko-KR" altLang="en-US" sz="1600" b="1" dirty="0"/>
              <a:t>은닉층이 </a:t>
            </a:r>
            <a:r>
              <a:rPr lang="en-US" altLang="ko-KR" sz="1600" b="1" dirty="0"/>
              <a:t>XOR </a:t>
            </a:r>
            <a:r>
              <a:rPr lang="ko-KR" altLang="en-US" sz="1600" b="1" dirty="0"/>
              <a:t>문제를 해결하는 원리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09C7FE-A022-4635-BD7B-7D3D020A7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700092"/>
            <a:ext cx="7162800" cy="3514725"/>
          </a:xfrm>
          <a:prstGeom prst="rect">
            <a:avLst/>
          </a:prstGeom>
        </p:spPr>
      </p:pic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09613CDD-57C6-281F-E2C0-E1B20428C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4926782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등장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   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en-US" altLang="ko-KR" baseline="-25000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en-US" altLang="ko-KR" baseline="-25000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두 연산으로 각각 보냄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 번째 연산에서는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NAND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처리를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이와 동시에 두 번째 연산에서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처리를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통해 구한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결괏값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결괏값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가지고   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AND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처리를 하면 우리가 구하고자 하는 출력 값을 만들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5FE42FA-0FD2-F160-2BA1-6276ED39D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043" y="5350909"/>
            <a:ext cx="209550" cy="2095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C3F1329-7F64-E4CE-F3D1-714DBF221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58" y="5706978"/>
            <a:ext cx="209550" cy="2095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56BF6DD-04F6-C11B-6406-8076C1ABBD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58" y="6046045"/>
            <a:ext cx="209550" cy="2095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8A4665-2F19-2C47-5820-5CF16C1F0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58" y="6377384"/>
            <a:ext cx="209550" cy="2095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8FACEEE-21C8-3D28-C919-598536B94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921" y="6366957"/>
            <a:ext cx="209550" cy="2095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85A2C0C-611D-9060-04C5-5DD15A751C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961" y="6387835"/>
            <a:ext cx="2095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5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2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설계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829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설계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다층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퍼셉트론의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설계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다층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입력층과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출력층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사이에 숨어 있는 은닉층을 만드는 것을 그림으로 나타내면 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8-5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22A235B2-B2EC-4333-A51D-2670E1D1774B}"/>
              </a:ext>
            </a:extLst>
          </p:cNvPr>
          <p:cNvSpPr txBox="1">
            <a:spLocks/>
          </p:cNvSpPr>
          <p:nvPr/>
        </p:nvSpPr>
        <p:spPr>
          <a:xfrm>
            <a:off x="597117" y="2507288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8-5 | </a:t>
            </a:r>
            <a:r>
              <a:rPr lang="ko-KR" altLang="en-US" sz="1600" b="1" dirty="0"/>
              <a:t>다층 </a:t>
            </a:r>
            <a:r>
              <a:rPr lang="ko-KR" altLang="en-US" sz="1600" b="1" dirty="0" err="1"/>
              <a:t>퍼셉트론의</a:t>
            </a:r>
            <a:r>
              <a:rPr lang="ko-KR" altLang="en-US" sz="1600" b="1" dirty="0"/>
              <a:t> 내부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0E7AE5-0611-4B86-A1D3-D11011247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18" y="2907650"/>
            <a:ext cx="4010025" cy="32480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184C2D2-835B-C566-BEDA-C58BF71EB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642" y="2826401"/>
            <a:ext cx="2695575" cy="1123950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5D210CE-AC6F-FB1F-A7A9-FB0539630BB8}"/>
              </a:ext>
            </a:extLst>
          </p:cNvPr>
          <p:cNvSpPr txBox="1">
            <a:spLocks/>
          </p:cNvSpPr>
          <p:nvPr/>
        </p:nvSpPr>
        <p:spPr>
          <a:xfrm>
            <a:off x="4668544" y="4247744"/>
            <a:ext cx="4367688" cy="1025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은닉층을 포함해 가중치 여섯 개와 바이어스 세 개가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72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문제의 해결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문제의 해결</a:t>
            </a: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최소제곱법에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의해서 만들어 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갖붕치를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대입하면 다음 그림과 같을 것이다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2B103A0-214A-46F0-B725-E800E573C378}"/>
              </a:ext>
            </a:extLst>
          </p:cNvPr>
          <p:cNvSpPr txBox="1">
            <a:spLocks/>
          </p:cNvSpPr>
          <p:nvPr/>
        </p:nvSpPr>
        <p:spPr>
          <a:xfrm>
            <a:off x="597117" y="227974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8-6 | </a:t>
            </a:r>
            <a:r>
              <a:rPr lang="ko-KR" altLang="en-US" sz="1600" b="1" dirty="0"/>
              <a:t>다층 </a:t>
            </a:r>
            <a:r>
              <a:rPr lang="ko-KR" altLang="en-US" sz="1600" b="1" dirty="0" err="1"/>
              <a:t>퍼셉트론의</a:t>
            </a:r>
            <a:r>
              <a:rPr lang="ko-KR" altLang="en-US" sz="1600" b="1" dirty="0"/>
              <a:t> 내부에 변수 채우기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B77C8D-A75F-4F07-A996-52FDCFE46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00" y="2745334"/>
            <a:ext cx="4019550" cy="3238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0173377-CB9C-C830-DC39-8674BA630F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70" y="2805871"/>
            <a:ext cx="2600325" cy="1038225"/>
          </a:xfrm>
          <a:prstGeom prst="rect">
            <a:avLst/>
          </a:prstGeom>
        </p:spPr>
      </p:pic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7355A17B-4A3E-7F3F-955A-6CB9167AF517}"/>
              </a:ext>
            </a:extLst>
          </p:cNvPr>
          <p:cNvSpPr txBox="1">
            <a:spLocks/>
          </p:cNvSpPr>
          <p:nvPr/>
        </p:nvSpPr>
        <p:spPr>
          <a:xfrm>
            <a:off x="4988189" y="4282617"/>
            <a:ext cx="4019550" cy="1738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문제의 해결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알고 있는 가중치 값과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비이어스를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이용해보면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698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문제의 해결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XOR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문제의 해결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시그모이드를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이용하게되면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가까우면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0,  1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가까우면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그림과 같을 때 계산을 해보면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≈ 기호는 ‘거의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같다’를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2B103A0-214A-46F0-B725-E800E573C378}"/>
              </a:ext>
            </a:extLst>
          </p:cNvPr>
          <p:cNvSpPr txBox="1">
            <a:spLocks/>
          </p:cNvSpPr>
          <p:nvPr/>
        </p:nvSpPr>
        <p:spPr>
          <a:xfrm>
            <a:off x="597117" y="2567782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표 </a:t>
            </a:r>
            <a:r>
              <a:rPr lang="en-US" altLang="ko-KR" sz="1600" b="1" dirty="0"/>
              <a:t>8-1 | XOR </a:t>
            </a:r>
            <a:r>
              <a:rPr lang="ko-KR" altLang="en-US" sz="1600" b="1" dirty="0"/>
              <a:t>다층 문제 해결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CA5BA1-6027-475E-B065-4A7C55FA8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2991379"/>
            <a:ext cx="74676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3130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2921</TotalTime>
  <Words>394</Words>
  <Application>Microsoft Office PowerPoint</Application>
  <PresentationFormat>화면 슬라이드 쇼(4:3)</PresentationFormat>
  <Paragraphs>63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PowerPoint 프레젠테이션</vt:lpstr>
      <vt:lpstr>1 다층 퍼셉트론의 등장</vt:lpstr>
      <vt:lpstr>1 다층 퍼셉트론의 등장</vt:lpstr>
      <vt:lpstr>1 다층 퍼셉트론의 등장</vt:lpstr>
      <vt:lpstr>1 다층 퍼셉트론의 등장</vt:lpstr>
      <vt:lpstr>PowerPoint 프레젠테이션</vt:lpstr>
      <vt:lpstr>2 다층 퍼셉트론의 설계</vt:lpstr>
      <vt:lpstr>3 XOR 문제의 해결</vt:lpstr>
      <vt:lpstr>3 XOR 문제의 해결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385</cp:revision>
  <cp:lastPrinted>2016-08-10T06:58:55Z</cp:lastPrinted>
  <dcterms:created xsi:type="dcterms:W3CDTF">2013-04-05T19:58:06Z</dcterms:created>
  <dcterms:modified xsi:type="dcterms:W3CDTF">2025-06-23T06:59:26Z</dcterms:modified>
</cp:coreProperties>
</file>